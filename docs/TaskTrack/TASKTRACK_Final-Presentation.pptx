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grandir Heavy" charset="1" panose="00000900000000000000"/>
      <p:regular r:id="rId16"/>
    </p:embeddedFont>
    <p:embeddedFont>
      <p:font typeface="Fredoka" charset="1" panose="02000000000000000000"/>
      <p:regular r:id="rId17"/>
    </p:embeddedFont>
    <p:embeddedFont>
      <p:font typeface="Poppins" charset="1" panose="00000500000000000000"/>
      <p:regular r:id="rId18"/>
    </p:embeddedFont>
    <p:embeddedFont>
      <p:font typeface="Poppins Italics" charset="1" panose="00000500000000000000"/>
      <p:regular r:id="rId19"/>
    </p:embeddedFont>
    <p:embeddedFont>
      <p:font typeface="Poppins Light Italics" charset="1" panose="00000400000000000000"/>
      <p:regular r:id="rId20"/>
    </p:embeddedFont>
    <p:embeddedFont>
      <p:font typeface="Poppins Bold Italics" charset="1" panose="00000800000000000000"/>
      <p:regular r:id="rId21"/>
    </p:embeddedFont>
    <p:embeddedFont>
      <p:font typeface="Poppins Bold" charset="1" panose="00000800000000000000"/>
      <p:regular r:id="rId22"/>
    </p:embeddedFont>
    <p:embeddedFont>
      <p:font typeface="Poppins Light" charset="1" panose="00000400000000000000"/>
      <p:regular r:id="rId23"/>
    </p:embeddedFont>
    <p:embeddedFont>
      <p:font typeface="Le Petit Cochon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gif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7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21.png" Type="http://schemas.openxmlformats.org/officeDocument/2006/relationships/image"/><Relationship Id="rId14" Target="../media/image22.png" Type="http://schemas.openxmlformats.org/officeDocument/2006/relationships/image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5.png" Type="http://schemas.openxmlformats.org/officeDocument/2006/relationships/image"/><Relationship Id="rId12" Target="../media/image6.svg" Type="http://schemas.openxmlformats.org/officeDocument/2006/relationships/image"/><Relationship Id="rId13" Target="../media/image1.png" Type="http://schemas.openxmlformats.org/officeDocument/2006/relationships/image"/><Relationship Id="rId14" Target="../media/image2.sv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26.svg" Type="http://schemas.openxmlformats.org/officeDocument/2006/relationships/image"/><Relationship Id="rId18" Target="../media/image27.png" Type="http://schemas.openxmlformats.org/officeDocument/2006/relationships/image"/><Relationship Id="rId19" Target="../media/image28.svg" Type="http://schemas.openxmlformats.org/officeDocument/2006/relationships/image"/><Relationship Id="rId2" Target="../media/image23.png" Type="http://schemas.openxmlformats.org/officeDocument/2006/relationships/image"/><Relationship Id="rId20" Target="../media/image29.png" Type="http://schemas.openxmlformats.org/officeDocument/2006/relationships/image"/><Relationship Id="rId21" Target="../media/image30.svg" Type="http://schemas.openxmlformats.org/officeDocument/2006/relationships/image"/><Relationship Id="rId22" Target="../media/image31.png" Type="http://schemas.openxmlformats.org/officeDocument/2006/relationships/image"/><Relationship Id="rId23" Target="../media/image32.svg" Type="http://schemas.openxmlformats.org/officeDocument/2006/relationships/image"/><Relationship Id="rId24" Target="../media/image33.png" Type="http://schemas.openxmlformats.org/officeDocument/2006/relationships/image"/><Relationship Id="rId25" Target="../media/image34.sv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14" Target="../media/image37.png" Type="http://schemas.openxmlformats.org/officeDocument/2006/relationships/image"/><Relationship Id="rId15" Target="../media/image38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5.png" Type="http://schemas.openxmlformats.org/officeDocument/2006/relationships/image"/><Relationship Id="rId12" Target="../media/image6.svg" Type="http://schemas.openxmlformats.org/officeDocument/2006/relationships/image"/><Relationship Id="rId13" Target="../media/image9.png" Type="http://schemas.openxmlformats.org/officeDocument/2006/relationships/image"/><Relationship Id="rId14" Target="../media/image10.svg" Type="http://schemas.openxmlformats.org/officeDocument/2006/relationships/image"/><Relationship Id="rId15" Target="../media/image44.png" Type="http://schemas.openxmlformats.org/officeDocument/2006/relationships/image"/><Relationship Id="rId16" Target="../media/image45.svg" Type="http://schemas.openxmlformats.org/officeDocument/2006/relationships/image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46.png" Type="http://schemas.openxmlformats.org/officeDocument/2006/relationships/image"/><Relationship Id="rId13" Target="../media/image47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48.png" Type="http://schemas.openxmlformats.org/officeDocument/2006/relationships/image"/><Relationship Id="rId13" Target="../media/image49.png" Type="http://schemas.openxmlformats.org/officeDocument/2006/relationships/image"/><Relationship Id="rId14" Target="../media/image5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53.png" Type="http://schemas.openxmlformats.org/officeDocument/2006/relationships/image"/><Relationship Id="rId15" Target="../media/image54.svg" Type="http://schemas.openxmlformats.org/officeDocument/2006/relationships/image"/><Relationship Id="rId16" Target="https://doi.org/10.3389/fpsyg.2022.886344" TargetMode="External" Type="http://schemas.openxmlformats.org/officeDocument/2006/relationships/hyperlink"/><Relationship Id="rId17" Target="https://pmc.ncbi.nlm.nih.gov/articles/PMC7933620/" TargetMode="External" Type="http://schemas.openxmlformats.org/officeDocument/2006/relationships/hyperlink"/><Relationship Id="rId18" Target="https://www.mdpi.com/2076-0760/11/12/538" TargetMode="External" Type="http://schemas.openxmlformats.org/officeDocument/2006/relationships/hyperlink"/><Relationship Id="rId19" Target="https://www.ansiedadyestres.es/art/2025/anyes2025a1" TargetMode="External" Type="http://schemas.openxmlformats.org/officeDocument/2006/relationships/hyperlink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59.png" Type="http://schemas.openxmlformats.org/officeDocument/2006/relationships/image"/><Relationship Id="rId17" Target="../media/image60.png" Type="http://schemas.openxmlformats.org/officeDocument/2006/relationships/image"/><Relationship Id="rId2" Target="../media/image55.png" Type="http://schemas.openxmlformats.org/officeDocument/2006/relationships/image"/><Relationship Id="rId3" Target="../media/image56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67337" y="-72825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14868" y="802572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0422" y="-1496793"/>
            <a:ext cx="4750130" cy="4114800"/>
          </a:xfrm>
          <a:custGeom>
            <a:avLst/>
            <a:gdLst/>
            <a:ahLst/>
            <a:cxnLst/>
            <a:rect r="r" b="b" t="t" l="l"/>
            <a:pathLst>
              <a:path h="4114800" w="4750130">
                <a:moveTo>
                  <a:pt x="0" y="0"/>
                </a:moveTo>
                <a:lnTo>
                  <a:pt x="4750130" y="0"/>
                </a:lnTo>
                <a:lnTo>
                  <a:pt x="47501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3014214" y="483439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01872" y="560607"/>
            <a:ext cx="3800579" cy="4114800"/>
          </a:xfrm>
          <a:custGeom>
            <a:avLst/>
            <a:gdLst/>
            <a:ahLst/>
            <a:cxnLst/>
            <a:rect r="r" b="b" t="t" l="l"/>
            <a:pathLst>
              <a:path h="4114800" w="3800579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1987" y="504323"/>
            <a:ext cx="986788" cy="1649645"/>
          </a:xfrm>
          <a:custGeom>
            <a:avLst/>
            <a:gdLst/>
            <a:ahLst/>
            <a:cxnLst/>
            <a:rect r="r" b="b" t="t" l="l"/>
            <a:pathLst>
              <a:path h="1649645" w="986788">
                <a:moveTo>
                  <a:pt x="0" y="0"/>
                </a:moveTo>
                <a:lnTo>
                  <a:pt x="986788" y="0"/>
                </a:lnTo>
                <a:lnTo>
                  <a:pt x="986788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05381" y="7893104"/>
            <a:ext cx="986788" cy="1649645"/>
          </a:xfrm>
          <a:custGeom>
            <a:avLst/>
            <a:gdLst/>
            <a:ahLst/>
            <a:cxnLst/>
            <a:rect r="r" b="b" t="t" l="l"/>
            <a:pathLst>
              <a:path h="1649645" w="986788">
                <a:moveTo>
                  <a:pt x="0" y="0"/>
                </a:moveTo>
                <a:lnTo>
                  <a:pt x="986788" y="0"/>
                </a:lnTo>
                <a:lnTo>
                  <a:pt x="986788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2699932" y="-520847"/>
            <a:ext cx="4130552" cy="2162907"/>
          </a:xfrm>
          <a:custGeom>
            <a:avLst/>
            <a:gdLst/>
            <a:ahLst/>
            <a:cxnLst/>
            <a:rect r="r" b="b" t="t" l="l"/>
            <a:pathLst>
              <a:path h="2162907" w="4130552">
                <a:moveTo>
                  <a:pt x="0" y="0"/>
                </a:moveTo>
                <a:lnTo>
                  <a:pt x="4130552" y="0"/>
                </a:lnTo>
                <a:lnTo>
                  <a:pt x="4130552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-947345" y="7559729"/>
            <a:ext cx="14084680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752958" y="4046836"/>
            <a:ext cx="1264644" cy="1161892"/>
          </a:xfrm>
          <a:custGeom>
            <a:avLst/>
            <a:gdLst/>
            <a:ahLst/>
            <a:cxnLst/>
            <a:rect r="r" b="b" t="t" l="l"/>
            <a:pathLst>
              <a:path h="1161892" w="1264644">
                <a:moveTo>
                  <a:pt x="0" y="0"/>
                </a:moveTo>
                <a:lnTo>
                  <a:pt x="1264644" y="0"/>
                </a:lnTo>
                <a:lnTo>
                  <a:pt x="1264644" y="1161892"/>
                </a:lnTo>
                <a:lnTo>
                  <a:pt x="0" y="116189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5"/>
          <a:srcRect l="0" t="0" r="0" b="0"/>
          <a:stretch>
            <a:fillRect/>
          </a:stretch>
        </p:blipFill>
        <p:spPr>
          <a:xfrm flipH="false" flipV="false" rot="0">
            <a:off x="14036514" y="5376631"/>
            <a:ext cx="2926132" cy="2516473"/>
          </a:xfrm>
          <a:prstGeom prst="rect">
            <a:avLst/>
          </a:prstGeom>
        </p:spPr>
      </p:pic>
      <p:sp>
        <p:nvSpPr>
          <p:cNvPr name="Freeform 13" id="13"/>
          <p:cNvSpPr/>
          <p:nvPr/>
        </p:nvSpPr>
        <p:spPr>
          <a:xfrm flipH="false" flipV="false" rot="-10800000">
            <a:off x="14010304" y="6577525"/>
            <a:ext cx="4462370" cy="3865528"/>
          </a:xfrm>
          <a:custGeom>
            <a:avLst/>
            <a:gdLst/>
            <a:ahLst/>
            <a:cxnLst/>
            <a:rect r="r" b="b" t="t" l="l"/>
            <a:pathLst>
              <a:path h="3865528" w="4462370">
                <a:moveTo>
                  <a:pt x="0" y="0"/>
                </a:moveTo>
                <a:lnTo>
                  <a:pt x="4462370" y="0"/>
                </a:lnTo>
                <a:lnTo>
                  <a:pt x="4462370" y="3865528"/>
                </a:lnTo>
                <a:lnTo>
                  <a:pt x="0" y="386552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94721" y="3021570"/>
            <a:ext cx="13081309" cy="239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6"/>
              </a:lnSpc>
            </a:pPr>
            <a:r>
              <a:rPr lang="en-US" sz="8084" b="true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TASKTRACK: An Assignment Tracker App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00041" y="7835954"/>
            <a:ext cx="627598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11E1E"/>
                </a:solidFill>
                <a:latin typeface="Fredoka"/>
                <a:ea typeface="Fredoka"/>
                <a:cs typeface="Fredoka"/>
                <a:sym typeface="Fredoka"/>
              </a:rPr>
              <a:t>Presented by: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00041" y="8403601"/>
            <a:ext cx="627598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11E1E"/>
                </a:solidFill>
                <a:latin typeface="Poppins"/>
                <a:ea typeface="Poppins"/>
                <a:cs typeface="Poppins"/>
                <a:sym typeface="Poppins"/>
              </a:rPr>
              <a:t>Rayen Leigh C. Elecho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00041" y="8860801"/>
            <a:ext cx="627598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11E1E"/>
                </a:solidFill>
                <a:latin typeface="Poppins"/>
                <a:ea typeface="Poppins"/>
                <a:cs typeface="Poppins"/>
                <a:sym typeface="Poppins"/>
              </a:rPr>
              <a:t>Jerriel Aljamz L. Salih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4721" y="5740079"/>
            <a:ext cx="10687700" cy="1240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6"/>
              </a:lnSpc>
            </a:pPr>
            <a:r>
              <a:rPr lang="en-US" sz="4117" i="true">
                <a:solidFill>
                  <a:srgbClr val="211E1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 Web App for Managing Student Assignments and Deadlines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92732" y="809768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60029" y="1872572"/>
            <a:ext cx="12754597" cy="259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0"/>
              </a:lnSpc>
            </a:pPr>
            <a:r>
              <a:rPr lang="en-US" sz="9932" b="true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What is TaskTrack?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709639">
            <a:off x="-439855" y="7983482"/>
            <a:ext cx="2937111" cy="3179943"/>
          </a:xfrm>
          <a:custGeom>
            <a:avLst/>
            <a:gdLst/>
            <a:ahLst/>
            <a:cxnLst/>
            <a:rect r="r" b="b" t="t" l="l"/>
            <a:pathLst>
              <a:path h="3179943" w="2937111">
                <a:moveTo>
                  <a:pt x="0" y="0"/>
                </a:moveTo>
                <a:lnTo>
                  <a:pt x="2937110" y="0"/>
                </a:lnTo>
                <a:lnTo>
                  <a:pt x="2937110" y="3179943"/>
                </a:lnTo>
                <a:lnTo>
                  <a:pt x="0" y="31799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984554" y="-440739"/>
            <a:ext cx="4750130" cy="4114800"/>
          </a:xfrm>
          <a:custGeom>
            <a:avLst/>
            <a:gdLst/>
            <a:ahLst/>
            <a:cxnLst/>
            <a:rect r="r" b="b" t="t" l="l"/>
            <a:pathLst>
              <a:path h="4114800" w="4750130">
                <a:moveTo>
                  <a:pt x="4750130" y="0"/>
                </a:moveTo>
                <a:lnTo>
                  <a:pt x="0" y="0"/>
                </a:lnTo>
                <a:lnTo>
                  <a:pt x="0" y="4114800"/>
                </a:lnTo>
                <a:lnTo>
                  <a:pt x="4750130" y="4114800"/>
                </a:lnTo>
                <a:lnTo>
                  <a:pt x="475013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1624720" y="158080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39" y="0"/>
                </a:lnTo>
                <a:lnTo>
                  <a:pt x="912239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5860029" y="4857173"/>
            <a:ext cx="12427971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418775" y="1028700"/>
            <a:ext cx="986788" cy="1649645"/>
          </a:xfrm>
          <a:custGeom>
            <a:avLst/>
            <a:gdLst/>
            <a:ahLst/>
            <a:cxnLst/>
            <a:rect r="r" b="b" t="t" l="l"/>
            <a:pathLst>
              <a:path h="1649645" w="986788">
                <a:moveTo>
                  <a:pt x="0" y="0"/>
                </a:moveTo>
                <a:lnTo>
                  <a:pt x="986788" y="0"/>
                </a:lnTo>
                <a:lnTo>
                  <a:pt x="986788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828821" y="-1276835"/>
            <a:ext cx="2553670" cy="2553670"/>
          </a:xfrm>
          <a:custGeom>
            <a:avLst/>
            <a:gdLst/>
            <a:ahLst/>
            <a:cxnLst/>
            <a:rect r="r" b="b" t="t" l="l"/>
            <a:pathLst>
              <a:path h="2553670" w="2553670">
                <a:moveTo>
                  <a:pt x="0" y="0"/>
                </a:moveTo>
                <a:lnTo>
                  <a:pt x="2553670" y="0"/>
                </a:lnTo>
                <a:lnTo>
                  <a:pt x="2553670" y="2553670"/>
                </a:lnTo>
                <a:lnTo>
                  <a:pt x="0" y="2553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807089" y="2081061"/>
            <a:ext cx="9193063" cy="6124878"/>
          </a:xfrm>
          <a:custGeom>
            <a:avLst/>
            <a:gdLst/>
            <a:ahLst/>
            <a:cxnLst/>
            <a:rect r="r" b="b" t="t" l="l"/>
            <a:pathLst>
              <a:path h="6124878" w="9193063">
                <a:moveTo>
                  <a:pt x="0" y="0"/>
                </a:moveTo>
                <a:lnTo>
                  <a:pt x="9193063" y="0"/>
                </a:lnTo>
                <a:lnTo>
                  <a:pt x="9193063" y="6124878"/>
                </a:lnTo>
                <a:lnTo>
                  <a:pt x="0" y="61248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860029" y="5447498"/>
            <a:ext cx="12252478" cy="228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2"/>
              </a:lnSpc>
            </a:pPr>
            <a:r>
              <a:rPr lang="en-US" sz="4323" i="true" spc="-86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T</a:t>
            </a:r>
            <a:r>
              <a:rPr lang="en-US" sz="4323" i="true" spc="-86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askTrack is a web app that helps students </a:t>
            </a:r>
            <a:r>
              <a:rPr lang="en-US" sz="4323" i="true" spc="-86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organize assignments, track deadlines, and manage their tasks more effectively.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294152" y="4933125"/>
            <a:ext cx="14084680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39747" y="5074490"/>
            <a:ext cx="5002756" cy="2810639"/>
          </a:xfrm>
          <a:custGeom>
            <a:avLst/>
            <a:gdLst/>
            <a:ahLst/>
            <a:cxnLst/>
            <a:rect r="r" b="b" t="t" l="l"/>
            <a:pathLst>
              <a:path h="2810639" w="5002756">
                <a:moveTo>
                  <a:pt x="0" y="0"/>
                </a:moveTo>
                <a:lnTo>
                  <a:pt x="5002756" y="0"/>
                </a:lnTo>
                <a:lnTo>
                  <a:pt x="5002756" y="2810639"/>
                </a:lnTo>
                <a:lnTo>
                  <a:pt x="0" y="2810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0" y="6727298"/>
            <a:ext cx="4906637" cy="4250374"/>
          </a:xfrm>
          <a:custGeom>
            <a:avLst/>
            <a:gdLst/>
            <a:ahLst/>
            <a:cxnLst/>
            <a:rect r="r" b="b" t="t" l="l"/>
            <a:pathLst>
              <a:path h="4250374" w="4906637">
                <a:moveTo>
                  <a:pt x="4906637" y="0"/>
                </a:moveTo>
                <a:lnTo>
                  <a:pt x="0" y="0"/>
                </a:lnTo>
                <a:lnTo>
                  <a:pt x="0" y="4250375"/>
                </a:lnTo>
                <a:lnTo>
                  <a:pt x="4906637" y="4250375"/>
                </a:lnTo>
                <a:lnTo>
                  <a:pt x="490663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828821" y="-1276835"/>
            <a:ext cx="2943703" cy="2943703"/>
          </a:xfrm>
          <a:custGeom>
            <a:avLst/>
            <a:gdLst/>
            <a:ahLst/>
            <a:cxnLst/>
            <a:rect r="r" b="b" t="t" l="l"/>
            <a:pathLst>
              <a:path h="2943703" w="2943703">
                <a:moveTo>
                  <a:pt x="0" y="0"/>
                </a:moveTo>
                <a:lnTo>
                  <a:pt x="2943703" y="0"/>
                </a:lnTo>
                <a:lnTo>
                  <a:pt x="2943703" y="2943703"/>
                </a:lnTo>
                <a:lnTo>
                  <a:pt x="0" y="29437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621488" y="-222966"/>
            <a:ext cx="4130552" cy="2162907"/>
          </a:xfrm>
          <a:custGeom>
            <a:avLst/>
            <a:gdLst/>
            <a:ahLst/>
            <a:cxnLst/>
            <a:rect r="r" b="b" t="t" l="l"/>
            <a:pathLst>
              <a:path h="2162907" w="4130552">
                <a:moveTo>
                  <a:pt x="0" y="0"/>
                </a:moveTo>
                <a:lnTo>
                  <a:pt x="4130552" y="0"/>
                </a:lnTo>
                <a:lnTo>
                  <a:pt x="4130552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5598859" y="58943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3"/>
                </a:lnTo>
                <a:lnTo>
                  <a:pt x="0" y="20049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5612619" y="8711959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28094" y="334605"/>
            <a:ext cx="986788" cy="1649645"/>
          </a:xfrm>
          <a:custGeom>
            <a:avLst/>
            <a:gdLst/>
            <a:ahLst/>
            <a:cxnLst/>
            <a:rect r="r" b="b" t="t" l="l"/>
            <a:pathLst>
              <a:path h="1649645" w="986788">
                <a:moveTo>
                  <a:pt x="0" y="0"/>
                </a:moveTo>
                <a:lnTo>
                  <a:pt x="986788" y="0"/>
                </a:lnTo>
                <a:lnTo>
                  <a:pt x="986788" y="1649644"/>
                </a:lnTo>
                <a:lnTo>
                  <a:pt x="0" y="16496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342503" y="5489768"/>
            <a:ext cx="672251" cy="1123824"/>
          </a:xfrm>
          <a:custGeom>
            <a:avLst/>
            <a:gdLst/>
            <a:ahLst/>
            <a:cxnLst/>
            <a:rect r="r" b="b" t="t" l="l"/>
            <a:pathLst>
              <a:path h="1123824" w="672251">
                <a:moveTo>
                  <a:pt x="0" y="0"/>
                </a:moveTo>
                <a:lnTo>
                  <a:pt x="672251" y="0"/>
                </a:lnTo>
                <a:lnTo>
                  <a:pt x="672251" y="1123824"/>
                </a:lnTo>
                <a:lnTo>
                  <a:pt x="0" y="11238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45920" y="2409504"/>
            <a:ext cx="5312197" cy="3333404"/>
          </a:xfrm>
          <a:custGeom>
            <a:avLst/>
            <a:gdLst/>
            <a:ahLst/>
            <a:cxnLst/>
            <a:rect r="r" b="b" t="t" l="l"/>
            <a:pathLst>
              <a:path h="3333404" w="5312197">
                <a:moveTo>
                  <a:pt x="0" y="0"/>
                </a:moveTo>
                <a:lnTo>
                  <a:pt x="5312198" y="0"/>
                </a:lnTo>
                <a:lnTo>
                  <a:pt x="5312198" y="3333404"/>
                </a:lnTo>
                <a:lnTo>
                  <a:pt x="0" y="333340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041923" y="5259113"/>
            <a:ext cx="10242085" cy="4455307"/>
          </a:xfrm>
          <a:custGeom>
            <a:avLst/>
            <a:gdLst/>
            <a:ahLst/>
            <a:cxnLst/>
            <a:rect r="r" b="b" t="t" l="l"/>
            <a:pathLst>
              <a:path h="4455307" w="10242085">
                <a:moveTo>
                  <a:pt x="0" y="0"/>
                </a:moveTo>
                <a:lnTo>
                  <a:pt x="10242085" y="0"/>
                </a:lnTo>
                <a:lnTo>
                  <a:pt x="10242085" y="4455307"/>
                </a:lnTo>
                <a:lnTo>
                  <a:pt x="0" y="445530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49000"/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477556" y="2228529"/>
            <a:ext cx="16530114" cy="2228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64"/>
              </a:lnSpc>
            </a:pPr>
            <a:r>
              <a:rPr lang="en-US" sz="13523" b="true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Objectives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69889" y="5394518"/>
            <a:ext cx="3802899" cy="172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3231" i="true" spc="-6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Organize and stor</a:t>
            </a:r>
            <a:r>
              <a:rPr lang="en-US" sz="3231" i="true" spc="-6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 assignments</a:t>
            </a:r>
          </a:p>
          <a:p>
            <a:pPr algn="l">
              <a:lnSpc>
                <a:spcPts val="4524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711064" y="5404043"/>
            <a:ext cx="4152949" cy="172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3231" i="true" spc="-6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Track d</a:t>
            </a:r>
            <a:r>
              <a:rPr lang="en-US" sz="3231" i="true" spc="-6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eadlines and task status</a:t>
            </a:r>
          </a:p>
          <a:p>
            <a:pPr algn="l">
              <a:lnSpc>
                <a:spcPts val="4524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7388684" y="7381991"/>
            <a:ext cx="4385614" cy="102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5"/>
              </a:lnSpc>
            </a:pPr>
            <a:r>
              <a:rPr lang="en-US" sz="2882" i="true" spc="-57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Manage tasks efficiently</a:t>
            </a:r>
          </a:p>
          <a:p>
            <a:pPr algn="l">
              <a:lnSpc>
                <a:spcPts val="4035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628295" y="7258837"/>
            <a:ext cx="4235718" cy="127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398" i="true" spc="-47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Support planning w</a:t>
            </a:r>
            <a:r>
              <a:rPr lang="en-US" sz="2398" i="true" spc="-47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ith notes and checklists</a:t>
            </a:r>
          </a:p>
          <a:p>
            <a:pPr algn="l">
              <a:lnSpc>
                <a:spcPts val="3358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940483" y="8803879"/>
            <a:ext cx="10444966" cy="1004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4"/>
              </a:lnSpc>
            </a:pPr>
            <a:r>
              <a:rPr lang="en-US" sz="2831" i="true" spc="-56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Improv</a:t>
            </a:r>
            <a:r>
              <a:rPr lang="en-US" sz="2831" i="true" spc="-56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 organization through sorting and custom order</a:t>
            </a:r>
          </a:p>
          <a:p>
            <a:pPr algn="ctr">
              <a:lnSpc>
                <a:spcPts val="396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7345" y="1614320"/>
            <a:ext cx="9233023" cy="6163043"/>
          </a:xfrm>
          <a:custGeom>
            <a:avLst/>
            <a:gdLst/>
            <a:ahLst/>
            <a:cxnLst/>
            <a:rect r="r" b="b" t="t" l="l"/>
            <a:pathLst>
              <a:path h="6163043" w="9233023">
                <a:moveTo>
                  <a:pt x="0" y="0"/>
                </a:moveTo>
                <a:lnTo>
                  <a:pt x="9233024" y="0"/>
                </a:lnTo>
                <a:lnTo>
                  <a:pt x="9233024" y="6163043"/>
                </a:lnTo>
                <a:lnTo>
                  <a:pt x="0" y="61630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3537870" y="6526082"/>
            <a:ext cx="4750130" cy="4114800"/>
          </a:xfrm>
          <a:custGeom>
            <a:avLst/>
            <a:gdLst/>
            <a:ahLst/>
            <a:cxnLst/>
            <a:rect r="r" b="b" t="t" l="l"/>
            <a:pathLst>
              <a:path h="4114800" w="4750130">
                <a:moveTo>
                  <a:pt x="0" y="0"/>
                </a:moveTo>
                <a:lnTo>
                  <a:pt x="4750130" y="0"/>
                </a:lnTo>
                <a:lnTo>
                  <a:pt x="47501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878655">
            <a:off x="14255899" y="-222351"/>
            <a:ext cx="6006802" cy="3145380"/>
          </a:xfrm>
          <a:custGeom>
            <a:avLst/>
            <a:gdLst/>
            <a:ahLst/>
            <a:cxnLst/>
            <a:rect r="r" b="b" t="t" l="l"/>
            <a:pathLst>
              <a:path h="3145380" w="6006802">
                <a:moveTo>
                  <a:pt x="0" y="0"/>
                </a:moveTo>
                <a:lnTo>
                  <a:pt x="6006802" y="0"/>
                </a:lnTo>
                <a:lnTo>
                  <a:pt x="6006802" y="3145380"/>
                </a:lnTo>
                <a:lnTo>
                  <a:pt x="0" y="3145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47225" y="525517"/>
            <a:ext cx="986788" cy="1649645"/>
          </a:xfrm>
          <a:custGeom>
            <a:avLst/>
            <a:gdLst/>
            <a:ahLst/>
            <a:cxnLst/>
            <a:rect r="r" b="b" t="t" l="l"/>
            <a:pathLst>
              <a:path h="1649645" w="986788">
                <a:moveTo>
                  <a:pt x="0" y="0"/>
                </a:moveTo>
                <a:lnTo>
                  <a:pt x="986787" y="0"/>
                </a:lnTo>
                <a:lnTo>
                  <a:pt x="986787" y="1649644"/>
                </a:lnTo>
                <a:lnTo>
                  <a:pt x="0" y="16496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253942">
            <a:off x="-683130" y="8121048"/>
            <a:ext cx="2937111" cy="3179943"/>
          </a:xfrm>
          <a:custGeom>
            <a:avLst/>
            <a:gdLst/>
            <a:ahLst/>
            <a:cxnLst/>
            <a:rect r="r" b="b" t="t" l="l"/>
            <a:pathLst>
              <a:path h="3179943" w="2937111">
                <a:moveTo>
                  <a:pt x="0" y="0"/>
                </a:moveTo>
                <a:lnTo>
                  <a:pt x="2937110" y="0"/>
                </a:lnTo>
                <a:lnTo>
                  <a:pt x="2937110" y="3179943"/>
                </a:lnTo>
                <a:lnTo>
                  <a:pt x="0" y="31799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407966" y="-108242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0698288" y="7805210"/>
            <a:ext cx="1299500" cy="2856044"/>
          </a:xfrm>
          <a:custGeom>
            <a:avLst/>
            <a:gdLst/>
            <a:ahLst/>
            <a:cxnLst/>
            <a:rect r="r" b="b" t="t" l="l"/>
            <a:pathLst>
              <a:path h="2856044" w="1299500">
                <a:moveTo>
                  <a:pt x="0" y="0"/>
                </a:moveTo>
                <a:lnTo>
                  <a:pt x="1299500" y="0"/>
                </a:lnTo>
                <a:lnTo>
                  <a:pt x="1299500" y="2856044"/>
                </a:lnTo>
                <a:lnTo>
                  <a:pt x="0" y="28560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35401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6165" y="2945257"/>
            <a:ext cx="8756645" cy="5823169"/>
          </a:xfrm>
          <a:custGeom>
            <a:avLst/>
            <a:gdLst/>
            <a:ahLst/>
            <a:cxnLst/>
            <a:rect r="r" b="b" t="t" l="l"/>
            <a:pathLst>
              <a:path h="5823169" w="8756645">
                <a:moveTo>
                  <a:pt x="0" y="0"/>
                </a:moveTo>
                <a:lnTo>
                  <a:pt x="8756645" y="0"/>
                </a:lnTo>
                <a:lnTo>
                  <a:pt x="8756645" y="5823169"/>
                </a:lnTo>
                <a:lnTo>
                  <a:pt x="0" y="58231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736205" y="3030404"/>
            <a:ext cx="643185" cy="643185"/>
          </a:xfrm>
          <a:custGeom>
            <a:avLst/>
            <a:gdLst/>
            <a:ahLst/>
            <a:cxnLst/>
            <a:rect r="r" b="b" t="t" l="l"/>
            <a:pathLst>
              <a:path h="643185" w="643185">
                <a:moveTo>
                  <a:pt x="0" y="0"/>
                </a:moveTo>
                <a:lnTo>
                  <a:pt x="643185" y="0"/>
                </a:lnTo>
                <a:lnTo>
                  <a:pt x="643185" y="643185"/>
                </a:lnTo>
                <a:lnTo>
                  <a:pt x="0" y="64318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250558" y="3030404"/>
            <a:ext cx="643185" cy="643185"/>
          </a:xfrm>
          <a:custGeom>
            <a:avLst/>
            <a:gdLst/>
            <a:ahLst/>
            <a:cxnLst/>
            <a:rect r="r" b="b" t="t" l="l"/>
            <a:pathLst>
              <a:path h="643185" w="643185">
                <a:moveTo>
                  <a:pt x="0" y="0"/>
                </a:moveTo>
                <a:lnTo>
                  <a:pt x="643185" y="0"/>
                </a:lnTo>
                <a:lnTo>
                  <a:pt x="643185" y="643185"/>
                </a:lnTo>
                <a:lnTo>
                  <a:pt x="0" y="64318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745730" y="5459049"/>
            <a:ext cx="643185" cy="643185"/>
          </a:xfrm>
          <a:custGeom>
            <a:avLst/>
            <a:gdLst/>
            <a:ahLst/>
            <a:cxnLst/>
            <a:rect r="r" b="b" t="t" l="l"/>
            <a:pathLst>
              <a:path h="643185" w="643185">
                <a:moveTo>
                  <a:pt x="0" y="0"/>
                </a:moveTo>
                <a:lnTo>
                  <a:pt x="643185" y="0"/>
                </a:lnTo>
                <a:lnTo>
                  <a:pt x="643185" y="643185"/>
                </a:lnTo>
                <a:lnTo>
                  <a:pt x="0" y="64318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250558" y="5459049"/>
            <a:ext cx="643185" cy="643185"/>
          </a:xfrm>
          <a:custGeom>
            <a:avLst/>
            <a:gdLst/>
            <a:ahLst/>
            <a:cxnLst/>
            <a:rect r="r" b="b" t="t" l="l"/>
            <a:pathLst>
              <a:path h="643185" w="643185">
                <a:moveTo>
                  <a:pt x="0" y="0"/>
                </a:moveTo>
                <a:lnTo>
                  <a:pt x="643185" y="0"/>
                </a:lnTo>
                <a:lnTo>
                  <a:pt x="643185" y="643185"/>
                </a:lnTo>
                <a:lnTo>
                  <a:pt x="0" y="64318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992895" y="8053160"/>
            <a:ext cx="643185" cy="643185"/>
          </a:xfrm>
          <a:custGeom>
            <a:avLst/>
            <a:gdLst/>
            <a:ahLst/>
            <a:cxnLst/>
            <a:rect r="r" b="b" t="t" l="l"/>
            <a:pathLst>
              <a:path h="643185" w="643185">
                <a:moveTo>
                  <a:pt x="0" y="0"/>
                </a:moveTo>
                <a:lnTo>
                  <a:pt x="643185" y="0"/>
                </a:lnTo>
                <a:lnTo>
                  <a:pt x="643185" y="643184"/>
                </a:lnTo>
                <a:lnTo>
                  <a:pt x="0" y="64318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1841183"/>
            <a:ext cx="5909677" cy="99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9"/>
              </a:lnSpc>
            </a:pPr>
            <a:r>
              <a:rPr lang="en-US" sz="6670" b="true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Key Features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4431" y="3778364"/>
            <a:ext cx="3700839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 spc="-60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Task</a:t>
            </a:r>
            <a:r>
              <a:rPr lang="en-US" b="true" sz="3000" i="true" spc="-60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Management</a:t>
            </a:r>
          </a:p>
          <a:p>
            <a:pPr algn="ctr">
              <a:lnSpc>
                <a:spcPts val="4200"/>
              </a:lnSpc>
            </a:pPr>
            <a:r>
              <a:rPr lang="en-US" sz="3000" i="true" spc="-6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3000" i="true" spc="-6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Add, edit, and delete tasks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21731" y="3778364"/>
            <a:ext cx="3700839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 spc="-60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Deadline Tracking</a:t>
            </a:r>
          </a:p>
          <a:p>
            <a:pPr algn="ctr">
              <a:lnSpc>
                <a:spcPts val="4200"/>
              </a:lnSpc>
            </a:pPr>
            <a:r>
              <a:rPr lang="en-US" sz="3000" i="true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Due date, time, and urgency</a:t>
            </a:r>
          </a:p>
          <a:p>
            <a:pPr algn="ctr">
              <a:lnSpc>
                <a:spcPts val="420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15934" y="6207009"/>
            <a:ext cx="4283727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 spc="-60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Status Organization</a:t>
            </a:r>
          </a:p>
          <a:p>
            <a:pPr algn="ctr">
              <a:lnSpc>
                <a:spcPts val="4200"/>
              </a:lnSpc>
            </a:pPr>
            <a:r>
              <a:rPr lang="en-US" sz="3000" i="true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 P</a:t>
            </a:r>
            <a:r>
              <a:rPr lang="en-US" sz="3000" i="true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ending, </a:t>
            </a:r>
            <a:r>
              <a:rPr lang="en-US" sz="3000" i="true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Completed, Archived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21731" y="6207009"/>
            <a:ext cx="3700839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 spc="-60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N</a:t>
            </a:r>
            <a:r>
              <a:rPr lang="en-US" b="true" sz="3000" i="true" spc="-60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otes &amp; Checklist</a:t>
            </a:r>
          </a:p>
          <a:p>
            <a:pPr algn="ctr">
              <a:lnSpc>
                <a:spcPts val="4200"/>
              </a:lnSpc>
            </a:pPr>
            <a:r>
              <a:rPr lang="en-US" sz="3000" i="true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 Extra details and step tracking</a:t>
            </a:r>
          </a:p>
          <a:p>
            <a:pPr algn="ctr">
              <a:lnSpc>
                <a:spcPts val="420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704291" y="8920826"/>
            <a:ext cx="5220393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 spc="-60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Sorting &amp; Custom Order</a:t>
            </a:r>
          </a:p>
          <a:p>
            <a:pPr algn="ctr">
              <a:lnSpc>
                <a:spcPts val="4200"/>
              </a:lnSpc>
            </a:pPr>
            <a:r>
              <a:rPr lang="en-US" sz="3000" i="true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 Auto</a:t>
            </a:r>
            <a:r>
              <a:rPr lang="en-US" sz="3000" i="true" spc="-60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 sort or drag-and-drop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385014" y="5162485"/>
            <a:ext cx="11866364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373553" y="-367608"/>
            <a:ext cx="4590548" cy="3976562"/>
          </a:xfrm>
          <a:custGeom>
            <a:avLst/>
            <a:gdLst/>
            <a:ahLst/>
            <a:cxnLst/>
            <a:rect r="r" b="b" t="t" l="l"/>
            <a:pathLst>
              <a:path h="3976562" w="4590548">
                <a:moveTo>
                  <a:pt x="0" y="0"/>
                </a:moveTo>
                <a:lnTo>
                  <a:pt x="4590548" y="0"/>
                </a:lnTo>
                <a:lnTo>
                  <a:pt x="4590548" y="3976562"/>
                </a:lnTo>
                <a:lnTo>
                  <a:pt x="0" y="3976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5140413" y="162092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6083224" y="8255839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956307">
            <a:off x="21431" y="8008652"/>
            <a:ext cx="3800579" cy="4114800"/>
          </a:xfrm>
          <a:custGeom>
            <a:avLst/>
            <a:gdLst/>
            <a:ahLst/>
            <a:cxnLst/>
            <a:rect r="r" b="b" t="t" l="l"/>
            <a:pathLst>
              <a:path h="4114800" w="3800579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75548" y="1164553"/>
            <a:ext cx="986788" cy="1649645"/>
          </a:xfrm>
          <a:custGeom>
            <a:avLst/>
            <a:gdLst/>
            <a:ahLst/>
            <a:cxnLst/>
            <a:rect r="r" b="b" t="t" l="l"/>
            <a:pathLst>
              <a:path h="1649645" w="986788">
                <a:moveTo>
                  <a:pt x="0" y="0"/>
                </a:moveTo>
                <a:lnTo>
                  <a:pt x="986788" y="0"/>
                </a:lnTo>
                <a:lnTo>
                  <a:pt x="986788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4474068" y="-367608"/>
            <a:ext cx="4130552" cy="2162907"/>
          </a:xfrm>
          <a:custGeom>
            <a:avLst/>
            <a:gdLst/>
            <a:ahLst/>
            <a:cxnLst/>
            <a:rect r="r" b="b" t="t" l="l"/>
            <a:pathLst>
              <a:path h="2162907" w="4130552">
                <a:moveTo>
                  <a:pt x="0" y="0"/>
                </a:moveTo>
                <a:lnTo>
                  <a:pt x="4130552" y="0"/>
                </a:lnTo>
                <a:lnTo>
                  <a:pt x="4130552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32841" y="3273575"/>
            <a:ext cx="1361230" cy="1599096"/>
          </a:xfrm>
          <a:custGeom>
            <a:avLst/>
            <a:gdLst/>
            <a:ahLst/>
            <a:cxnLst/>
            <a:rect r="r" b="b" t="t" l="l"/>
            <a:pathLst>
              <a:path h="1599096" w="1361230">
                <a:moveTo>
                  <a:pt x="0" y="0"/>
                </a:moveTo>
                <a:lnTo>
                  <a:pt x="1361231" y="0"/>
                </a:lnTo>
                <a:lnTo>
                  <a:pt x="1361231" y="1599095"/>
                </a:lnTo>
                <a:lnTo>
                  <a:pt x="0" y="15990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4841" y="5027801"/>
            <a:ext cx="2800707" cy="2728179"/>
          </a:xfrm>
          <a:custGeom>
            <a:avLst/>
            <a:gdLst/>
            <a:ahLst/>
            <a:cxnLst/>
            <a:rect r="r" b="b" t="t" l="l"/>
            <a:pathLst>
              <a:path h="2728179" w="2800707">
                <a:moveTo>
                  <a:pt x="0" y="0"/>
                </a:moveTo>
                <a:lnTo>
                  <a:pt x="2800707" y="0"/>
                </a:lnTo>
                <a:lnTo>
                  <a:pt x="2800707" y="2728179"/>
                </a:lnTo>
                <a:lnTo>
                  <a:pt x="0" y="27281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828476" y="2602127"/>
            <a:ext cx="14072863" cy="2270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25"/>
              </a:lnSpc>
            </a:pPr>
            <a:r>
              <a:rPr lang="en-US" sz="8665" b="true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Methodology/Feature Implementation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828476" y="5448235"/>
            <a:ext cx="12430824" cy="3585446"/>
            <a:chOff x="0" y="0"/>
            <a:chExt cx="2324952" cy="6705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24952" cy="670589"/>
            </a:xfrm>
            <a:custGeom>
              <a:avLst/>
              <a:gdLst/>
              <a:ahLst/>
              <a:cxnLst/>
              <a:rect r="r" b="b" t="t" l="l"/>
              <a:pathLst>
                <a:path h="670589" w="2324952">
                  <a:moveTo>
                    <a:pt x="2324952" y="41728"/>
                  </a:moveTo>
                  <a:lnTo>
                    <a:pt x="2324952" y="628861"/>
                  </a:lnTo>
                  <a:cubicBezTo>
                    <a:pt x="2324952" y="639928"/>
                    <a:pt x="2320556" y="650542"/>
                    <a:pt x="2312731" y="658367"/>
                  </a:cubicBezTo>
                  <a:cubicBezTo>
                    <a:pt x="2304905" y="666193"/>
                    <a:pt x="2294292" y="670589"/>
                    <a:pt x="2283225" y="670589"/>
                  </a:cubicBezTo>
                  <a:lnTo>
                    <a:pt x="41728" y="670589"/>
                  </a:lnTo>
                  <a:cubicBezTo>
                    <a:pt x="18682" y="670589"/>
                    <a:pt x="0" y="651907"/>
                    <a:pt x="0" y="628861"/>
                  </a:cubicBezTo>
                  <a:lnTo>
                    <a:pt x="0" y="41728"/>
                  </a:lnTo>
                  <a:cubicBezTo>
                    <a:pt x="0" y="18682"/>
                    <a:pt x="18682" y="0"/>
                    <a:pt x="41728" y="0"/>
                  </a:cubicBezTo>
                  <a:lnTo>
                    <a:pt x="2283225" y="0"/>
                  </a:lnTo>
                  <a:cubicBezTo>
                    <a:pt x="2306270" y="0"/>
                    <a:pt x="2324952" y="18682"/>
                    <a:pt x="2324952" y="41728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324952" cy="737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876577" y="5645716"/>
            <a:ext cx="12382723" cy="308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2317" indent="-311158" lvl="1">
              <a:lnSpc>
                <a:spcPts val="4121"/>
              </a:lnSpc>
              <a:buFont typeface="Arial"/>
              <a:buChar char="•"/>
            </a:pPr>
            <a:r>
              <a:rPr lang="en-US" sz="2882" i="true" spc="-57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Built using Flask (Python backend) and HTML, CSS, JavaScript (frontend)</a:t>
            </a:r>
          </a:p>
          <a:p>
            <a:pPr algn="l" marL="622317" indent="-311158" lvl="1">
              <a:lnSpc>
                <a:spcPts val="4121"/>
              </a:lnSpc>
              <a:buFont typeface="Arial"/>
              <a:buChar char="•"/>
            </a:pPr>
            <a:r>
              <a:rPr lang="en-US" sz="2882" i="true" spc="-57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Tasks and settings are stored locally using JSON files</a:t>
            </a:r>
          </a:p>
          <a:p>
            <a:pPr algn="l" marL="622317" indent="-311158" lvl="1">
              <a:lnSpc>
                <a:spcPts val="4121"/>
              </a:lnSpc>
              <a:buFont typeface="Arial"/>
              <a:buChar char="•"/>
            </a:pPr>
            <a:r>
              <a:rPr lang="en-US" sz="2882" i="true" spc="-57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Features follow: Input → Validate → Process → Save</a:t>
            </a:r>
          </a:p>
          <a:p>
            <a:pPr algn="l" marL="622317" indent="-311158" lvl="1">
              <a:lnSpc>
                <a:spcPts val="4121"/>
              </a:lnSpc>
              <a:buFont typeface="Arial"/>
              <a:buChar char="•"/>
            </a:pPr>
            <a:r>
              <a:rPr lang="en-US" sz="2882" i="true" spc="-57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System handles task status, sorting, and urgency automatically</a:t>
            </a:r>
          </a:p>
          <a:p>
            <a:pPr algn="l" marL="622317" indent="-311158" lvl="1">
              <a:lnSpc>
                <a:spcPts val="4121"/>
              </a:lnSpc>
              <a:buFont typeface="Arial"/>
              <a:buChar char="•"/>
            </a:pPr>
            <a:r>
              <a:rPr lang="en-US" sz="2882" i="true" spc="-57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Frontend sends user actions to the backend for processing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160802" y="4388498"/>
            <a:ext cx="14084680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8379" y="1666868"/>
            <a:ext cx="4393266" cy="2927013"/>
          </a:xfrm>
          <a:custGeom>
            <a:avLst/>
            <a:gdLst/>
            <a:ahLst/>
            <a:cxnLst/>
            <a:rect r="r" b="b" t="t" l="l"/>
            <a:pathLst>
              <a:path h="2927013" w="4393266">
                <a:moveTo>
                  <a:pt x="0" y="0"/>
                </a:moveTo>
                <a:lnTo>
                  <a:pt x="4393266" y="0"/>
                </a:lnTo>
                <a:lnTo>
                  <a:pt x="4393266" y="2927014"/>
                </a:lnTo>
                <a:lnTo>
                  <a:pt x="0" y="2927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7367" y="4252894"/>
            <a:ext cx="2268243" cy="4214641"/>
          </a:xfrm>
          <a:custGeom>
            <a:avLst/>
            <a:gdLst/>
            <a:ahLst/>
            <a:cxnLst/>
            <a:rect r="r" b="b" t="t" l="l"/>
            <a:pathLst>
              <a:path h="4214641" w="2268243">
                <a:moveTo>
                  <a:pt x="0" y="0"/>
                </a:moveTo>
                <a:lnTo>
                  <a:pt x="2268243" y="0"/>
                </a:lnTo>
                <a:lnTo>
                  <a:pt x="2268243" y="4214641"/>
                </a:lnTo>
                <a:lnTo>
                  <a:pt x="0" y="4214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800000">
            <a:off x="-640881" y="6676993"/>
            <a:ext cx="4906637" cy="4250374"/>
          </a:xfrm>
          <a:custGeom>
            <a:avLst/>
            <a:gdLst/>
            <a:ahLst/>
            <a:cxnLst/>
            <a:rect r="r" b="b" t="t" l="l"/>
            <a:pathLst>
              <a:path h="4250374" w="4906637">
                <a:moveTo>
                  <a:pt x="4906637" y="0"/>
                </a:moveTo>
                <a:lnTo>
                  <a:pt x="0" y="0"/>
                </a:lnTo>
                <a:lnTo>
                  <a:pt x="0" y="4250374"/>
                </a:lnTo>
                <a:lnTo>
                  <a:pt x="4906637" y="4250374"/>
                </a:lnTo>
                <a:lnTo>
                  <a:pt x="490663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28821" y="-1276835"/>
            <a:ext cx="2943703" cy="2943703"/>
          </a:xfrm>
          <a:custGeom>
            <a:avLst/>
            <a:gdLst/>
            <a:ahLst/>
            <a:cxnLst/>
            <a:rect r="r" b="b" t="t" l="l"/>
            <a:pathLst>
              <a:path h="2943703" w="2943703">
                <a:moveTo>
                  <a:pt x="0" y="0"/>
                </a:moveTo>
                <a:lnTo>
                  <a:pt x="2943703" y="0"/>
                </a:lnTo>
                <a:lnTo>
                  <a:pt x="2943703" y="2943703"/>
                </a:lnTo>
                <a:lnTo>
                  <a:pt x="0" y="29437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776085" y="-653294"/>
            <a:ext cx="4130552" cy="2162907"/>
          </a:xfrm>
          <a:custGeom>
            <a:avLst/>
            <a:gdLst/>
            <a:ahLst/>
            <a:cxnLst/>
            <a:rect r="r" b="b" t="t" l="l"/>
            <a:pathLst>
              <a:path h="2162907" w="4130552">
                <a:moveTo>
                  <a:pt x="0" y="0"/>
                </a:moveTo>
                <a:lnTo>
                  <a:pt x="4130552" y="0"/>
                </a:lnTo>
                <a:lnTo>
                  <a:pt x="4130552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5598859" y="58943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3"/>
                </a:lnTo>
                <a:lnTo>
                  <a:pt x="0" y="20049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4015525" y="6567277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919850" y="8634857"/>
            <a:ext cx="986788" cy="1649645"/>
          </a:xfrm>
          <a:custGeom>
            <a:avLst/>
            <a:gdLst/>
            <a:ahLst/>
            <a:cxnLst/>
            <a:rect r="r" b="b" t="t" l="l"/>
            <a:pathLst>
              <a:path h="1649645" w="986788">
                <a:moveTo>
                  <a:pt x="0" y="0"/>
                </a:moveTo>
                <a:lnTo>
                  <a:pt x="986787" y="0"/>
                </a:lnTo>
                <a:lnTo>
                  <a:pt x="986787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471645" y="605285"/>
            <a:ext cx="672251" cy="1123824"/>
          </a:xfrm>
          <a:custGeom>
            <a:avLst/>
            <a:gdLst/>
            <a:ahLst/>
            <a:cxnLst/>
            <a:rect r="r" b="b" t="t" l="l"/>
            <a:pathLst>
              <a:path h="1123824" w="672251">
                <a:moveTo>
                  <a:pt x="0" y="0"/>
                </a:moveTo>
                <a:lnTo>
                  <a:pt x="672251" y="0"/>
                </a:lnTo>
                <a:lnTo>
                  <a:pt x="672251" y="1123824"/>
                </a:lnTo>
                <a:lnTo>
                  <a:pt x="0" y="11238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841361" y="4825173"/>
            <a:ext cx="897399" cy="1679446"/>
          </a:xfrm>
          <a:custGeom>
            <a:avLst/>
            <a:gdLst/>
            <a:ahLst/>
            <a:cxnLst/>
            <a:rect r="r" b="b" t="t" l="l"/>
            <a:pathLst>
              <a:path h="1679446" w="897399">
                <a:moveTo>
                  <a:pt x="0" y="0"/>
                </a:moveTo>
                <a:lnTo>
                  <a:pt x="897399" y="0"/>
                </a:lnTo>
                <a:lnTo>
                  <a:pt x="897399" y="1679445"/>
                </a:lnTo>
                <a:lnTo>
                  <a:pt x="0" y="16794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344206" y="1271488"/>
            <a:ext cx="11370820" cy="397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4"/>
              </a:lnSpc>
            </a:pPr>
            <a:r>
              <a:rPr lang="en-US" sz="9302" b="true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User Inputs &amp; System Outputs</a:t>
            </a:r>
          </a:p>
          <a:p>
            <a:pPr algn="l">
              <a:lnSpc>
                <a:spcPts val="967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493818" y="4946164"/>
            <a:ext cx="3709754" cy="65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3"/>
              </a:lnSpc>
            </a:pPr>
            <a:r>
              <a:rPr lang="en-US" sz="3609" spc="-7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</a:t>
            </a:r>
            <a:r>
              <a:rPr lang="en-US" sz="3609" spc="-7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ser Inputs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88481" y="5758870"/>
            <a:ext cx="5389261" cy="286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1501" indent="-290750" lvl="1">
              <a:lnSpc>
                <a:spcPts val="3770"/>
              </a:lnSpc>
              <a:buFont typeface="Arial"/>
              <a:buChar char="•"/>
            </a:pPr>
            <a:r>
              <a:rPr lang="en-US" sz="2693" i="true" spc="-53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S</a:t>
            </a:r>
            <a:r>
              <a:rPr lang="en-US" sz="2693" i="true" spc="-53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ubject and t</a:t>
            </a:r>
            <a:r>
              <a:rPr lang="en-US" sz="2693" i="true" spc="-53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ask description</a:t>
            </a:r>
          </a:p>
          <a:p>
            <a:pPr algn="l" marL="581501" indent="-290750" lvl="1">
              <a:lnSpc>
                <a:spcPts val="3770"/>
              </a:lnSpc>
              <a:buFont typeface="Arial"/>
              <a:buChar char="•"/>
            </a:pPr>
            <a:r>
              <a:rPr lang="en-US" sz="2693" i="true" spc="-53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Due date and time</a:t>
            </a:r>
          </a:p>
          <a:p>
            <a:pPr algn="l" marL="581501" indent="-290750" lvl="1">
              <a:lnSpc>
                <a:spcPts val="3770"/>
              </a:lnSpc>
              <a:buFont typeface="Arial"/>
              <a:buChar char="•"/>
            </a:pPr>
            <a:r>
              <a:rPr lang="en-US" sz="2693" i="true" spc="-53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Priority level and progress</a:t>
            </a:r>
          </a:p>
          <a:p>
            <a:pPr algn="l" marL="581501" indent="-290750" lvl="1">
              <a:lnSpc>
                <a:spcPts val="3770"/>
              </a:lnSpc>
              <a:buFont typeface="Arial"/>
              <a:buChar char="•"/>
            </a:pPr>
            <a:r>
              <a:rPr lang="en-US" sz="2693" i="true" spc="-53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Notes and checklist items</a:t>
            </a:r>
          </a:p>
          <a:p>
            <a:pPr algn="l" marL="581501" indent="-290750" lvl="1">
              <a:lnSpc>
                <a:spcPts val="3770"/>
              </a:lnSpc>
              <a:buFont typeface="Arial"/>
              <a:buChar char="•"/>
            </a:pPr>
            <a:r>
              <a:rPr lang="en-US" sz="2693" i="true" spc="-53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Task actions (add, edit, delete, reorder)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77396" y="4946164"/>
            <a:ext cx="3709754" cy="65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3"/>
              </a:lnSpc>
            </a:pPr>
            <a:r>
              <a:rPr lang="en-US" sz="3609" spc="-7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Sy</a:t>
            </a:r>
            <a:r>
              <a:rPr lang="en-US" sz="3609" spc="-7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stem Outputs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99814" y="5768395"/>
            <a:ext cx="5703980" cy="340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067" indent="-259534" lvl="1">
              <a:lnSpc>
                <a:spcPts val="3365"/>
              </a:lnSpc>
              <a:buFont typeface="Arial"/>
              <a:buChar char="•"/>
            </a:pPr>
            <a:r>
              <a:rPr lang="en-US" sz="2404" i="true" spc="-48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Organiz</a:t>
            </a:r>
            <a:r>
              <a:rPr lang="en-US" sz="2404" i="true" spc="-48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ed task list (Active, Finished, Archived)</a:t>
            </a:r>
          </a:p>
          <a:p>
            <a:pPr algn="l" marL="519067" indent="-259534" lvl="1">
              <a:lnSpc>
                <a:spcPts val="3365"/>
              </a:lnSpc>
              <a:buFont typeface="Arial"/>
              <a:buChar char="•"/>
            </a:pPr>
            <a:r>
              <a:rPr lang="en-US" sz="2404" i="true" spc="-48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Due status (upcoming, urgent, overdue)</a:t>
            </a:r>
          </a:p>
          <a:p>
            <a:pPr algn="l" marL="519067" indent="-259534" lvl="1">
              <a:lnSpc>
                <a:spcPts val="3365"/>
              </a:lnSpc>
              <a:buFont typeface="Arial"/>
              <a:buChar char="•"/>
            </a:pPr>
            <a:r>
              <a:rPr lang="en-US" sz="2404" i="true" spc="-48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Progress display and task details</a:t>
            </a:r>
          </a:p>
          <a:p>
            <a:pPr algn="l" marL="519067" indent="-259534" lvl="1">
              <a:lnSpc>
                <a:spcPts val="3365"/>
              </a:lnSpc>
              <a:buFont typeface="Arial"/>
              <a:buChar char="•"/>
            </a:pPr>
            <a:r>
              <a:rPr lang="en-US" sz="2404" i="true" spc="-48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Updated task order and sorting</a:t>
            </a:r>
          </a:p>
          <a:p>
            <a:pPr algn="l" marL="519067" indent="-259534" lvl="1">
              <a:lnSpc>
                <a:spcPts val="3365"/>
              </a:lnSpc>
              <a:buFont typeface="Arial"/>
              <a:buChar char="•"/>
            </a:pPr>
            <a:r>
              <a:rPr lang="en-US" sz="2404" i="true" spc="-48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Undo options and confirmation prompts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956429" y="4822780"/>
            <a:ext cx="4373184" cy="2289958"/>
          </a:xfrm>
          <a:custGeom>
            <a:avLst/>
            <a:gdLst/>
            <a:ahLst/>
            <a:cxnLst/>
            <a:rect r="r" b="b" t="t" l="l"/>
            <a:pathLst>
              <a:path h="2289958" w="4373184">
                <a:moveTo>
                  <a:pt x="0" y="0"/>
                </a:moveTo>
                <a:lnTo>
                  <a:pt x="4373184" y="0"/>
                </a:lnTo>
                <a:lnTo>
                  <a:pt x="4373184" y="2289958"/>
                </a:lnTo>
                <a:lnTo>
                  <a:pt x="0" y="2289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153194" y="3562092"/>
            <a:ext cx="14084680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13283080" y="-792470"/>
            <a:ext cx="5004920" cy="4335512"/>
          </a:xfrm>
          <a:custGeom>
            <a:avLst/>
            <a:gdLst/>
            <a:ahLst/>
            <a:cxnLst/>
            <a:rect r="r" b="b" t="t" l="l"/>
            <a:pathLst>
              <a:path h="4335512" w="5004920">
                <a:moveTo>
                  <a:pt x="5004920" y="0"/>
                </a:moveTo>
                <a:lnTo>
                  <a:pt x="0" y="0"/>
                </a:lnTo>
                <a:lnTo>
                  <a:pt x="0" y="4335512"/>
                </a:lnTo>
                <a:lnTo>
                  <a:pt x="5004920" y="4335512"/>
                </a:lnTo>
                <a:lnTo>
                  <a:pt x="50049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72512" y="1418733"/>
            <a:ext cx="986788" cy="1649645"/>
          </a:xfrm>
          <a:custGeom>
            <a:avLst/>
            <a:gdLst/>
            <a:ahLst/>
            <a:cxnLst/>
            <a:rect r="r" b="b" t="t" l="l"/>
            <a:pathLst>
              <a:path h="1649645" w="986788">
                <a:moveTo>
                  <a:pt x="0" y="0"/>
                </a:moveTo>
                <a:lnTo>
                  <a:pt x="986788" y="0"/>
                </a:lnTo>
                <a:lnTo>
                  <a:pt x="986788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0739962" y="-159141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262004" y="8310989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3"/>
                </a:lnTo>
                <a:lnTo>
                  <a:pt x="0" y="20049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10667" y="-1854786"/>
            <a:ext cx="3101481" cy="3101481"/>
          </a:xfrm>
          <a:custGeom>
            <a:avLst/>
            <a:gdLst/>
            <a:ahLst/>
            <a:cxnLst/>
            <a:rect r="r" b="b" t="t" l="l"/>
            <a:pathLst>
              <a:path h="3101481" w="3101481">
                <a:moveTo>
                  <a:pt x="0" y="0"/>
                </a:moveTo>
                <a:lnTo>
                  <a:pt x="3101481" y="0"/>
                </a:lnTo>
                <a:lnTo>
                  <a:pt x="3101481" y="3101481"/>
                </a:lnTo>
                <a:lnTo>
                  <a:pt x="0" y="31014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61939" y="1699490"/>
            <a:ext cx="10763288" cy="148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0"/>
              </a:lnSpc>
            </a:pPr>
            <a:r>
              <a:rPr lang="en-US" sz="9932" b="true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Process Flow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137642" y="7329024"/>
            <a:ext cx="3295795" cy="2957976"/>
          </a:xfrm>
          <a:custGeom>
            <a:avLst/>
            <a:gdLst/>
            <a:ahLst/>
            <a:cxnLst/>
            <a:rect r="r" b="b" t="t" l="l"/>
            <a:pathLst>
              <a:path h="2957976" w="3295795">
                <a:moveTo>
                  <a:pt x="0" y="0"/>
                </a:moveTo>
                <a:lnTo>
                  <a:pt x="3295796" y="0"/>
                </a:lnTo>
                <a:lnTo>
                  <a:pt x="3295796" y="2957976"/>
                </a:lnTo>
                <a:lnTo>
                  <a:pt x="0" y="29579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40074" y="3904752"/>
            <a:ext cx="3023041" cy="1698797"/>
            <a:chOff x="0" y="0"/>
            <a:chExt cx="796192" cy="4474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6192" cy="447420"/>
            </a:xfrm>
            <a:custGeom>
              <a:avLst/>
              <a:gdLst/>
              <a:ahLst/>
              <a:cxnLst/>
              <a:rect r="r" b="b" t="t" l="l"/>
              <a:pathLst>
                <a:path h="447420" w="796192">
                  <a:moveTo>
                    <a:pt x="115244" y="0"/>
                  </a:moveTo>
                  <a:lnTo>
                    <a:pt x="680948" y="0"/>
                  </a:lnTo>
                  <a:cubicBezTo>
                    <a:pt x="744595" y="0"/>
                    <a:pt x="796192" y="51596"/>
                    <a:pt x="796192" y="115244"/>
                  </a:cubicBezTo>
                  <a:lnTo>
                    <a:pt x="796192" y="332176"/>
                  </a:lnTo>
                  <a:cubicBezTo>
                    <a:pt x="796192" y="395823"/>
                    <a:pt x="744595" y="447420"/>
                    <a:pt x="680948" y="447420"/>
                  </a:cubicBezTo>
                  <a:lnTo>
                    <a:pt x="115244" y="447420"/>
                  </a:lnTo>
                  <a:cubicBezTo>
                    <a:pt x="51596" y="447420"/>
                    <a:pt x="0" y="395823"/>
                    <a:pt x="0" y="332176"/>
                  </a:cubicBezTo>
                  <a:lnTo>
                    <a:pt x="0" y="115244"/>
                  </a:lnTo>
                  <a:cubicBezTo>
                    <a:pt x="0" y="51596"/>
                    <a:pt x="51596" y="0"/>
                    <a:pt x="115244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796192" cy="514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70938" y="4500150"/>
            <a:ext cx="196131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</a:t>
            </a: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155623" y="3904752"/>
            <a:ext cx="3023041" cy="1698797"/>
            <a:chOff x="0" y="0"/>
            <a:chExt cx="796192" cy="4474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96192" cy="447420"/>
            </a:xfrm>
            <a:custGeom>
              <a:avLst/>
              <a:gdLst/>
              <a:ahLst/>
              <a:cxnLst/>
              <a:rect r="r" b="b" t="t" l="l"/>
              <a:pathLst>
                <a:path h="447420" w="796192">
                  <a:moveTo>
                    <a:pt x="115244" y="0"/>
                  </a:moveTo>
                  <a:lnTo>
                    <a:pt x="680948" y="0"/>
                  </a:lnTo>
                  <a:cubicBezTo>
                    <a:pt x="744595" y="0"/>
                    <a:pt x="796192" y="51596"/>
                    <a:pt x="796192" y="115244"/>
                  </a:cubicBezTo>
                  <a:lnTo>
                    <a:pt x="796192" y="332176"/>
                  </a:lnTo>
                  <a:cubicBezTo>
                    <a:pt x="796192" y="395823"/>
                    <a:pt x="744595" y="447420"/>
                    <a:pt x="680948" y="447420"/>
                  </a:cubicBezTo>
                  <a:lnTo>
                    <a:pt x="115244" y="447420"/>
                  </a:lnTo>
                  <a:cubicBezTo>
                    <a:pt x="51596" y="447420"/>
                    <a:pt x="0" y="395823"/>
                    <a:pt x="0" y="332176"/>
                  </a:cubicBezTo>
                  <a:lnTo>
                    <a:pt x="0" y="115244"/>
                  </a:lnTo>
                  <a:cubicBezTo>
                    <a:pt x="0" y="51596"/>
                    <a:pt x="51596" y="0"/>
                    <a:pt x="115244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796192" cy="514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686487" y="4281075"/>
            <a:ext cx="1961312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Load tasks and se</a:t>
            </a: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ttings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883573" y="3904752"/>
            <a:ext cx="3023041" cy="1698797"/>
            <a:chOff x="0" y="0"/>
            <a:chExt cx="796192" cy="4474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96192" cy="447420"/>
            </a:xfrm>
            <a:custGeom>
              <a:avLst/>
              <a:gdLst/>
              <a:ahLst/>
              <a:cxnLst/>
              <a:rect r="r" b="b" t="t" l="l"/>
              <a:pathLst>
                <a:path h="447420" w="796192">
                  <a:moveTo>
                    <a:pt x="115244" y="0"/>
                  </a:moveTo>
                  <a:lnTo>
                    <a:pt x="680948" y="0"/>
                  </a:lnTo>
                  <a:cubicBezTo>
                    <a:pt x="744595" y="0"/>
                    <a:pt x="796192" y="51596"/>
                    <a:pt x="796192" y="115244"/>
                  </a:cubicBezTo>
                  <a:lnTo>
                    <a:pt x="796192" y="332176"/>
                  </a:lnTo>
                  <a:cubicBezTo>
                    <a:pt x="796192" y="395823"/>
                    <a:pt x="744595" y="447420"/>
                    <a:pt x="680948" y="447420"/>
                  </a:cubicBezTo>
                  <a:lnTo>
                    <a:pt x="115244" y="447420"/>
                  </a:lnTo>
                  <a:cubicBezTo>
                    <a:pt x="51596" y="447420"/>
                    <a:pt x="0" y="395823"/>
                    <a:pt x="0" y="332176"/>
                  </a:cubicBezTo>
                  <a:lnTo>
                    <a:pt x="0" y="115244"/>
                  </a:lnTo>
                  <a:cubicBezTo>
                    <a:pt x="0" y="51596"/>
                    <a:pt x="51596" y="0"/>
                    <a:pt x="115244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796192" cy="514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414437" y="4306214"/>
            <a:ext cx="1961312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 selects ac</a:t>
            </a: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tion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675375" y="3904752"/>
            <a:ext cx="3023041" cy="1698797"/>
            <a:chOff x="0" y="0"/>
            <a:chExt cx="796192" cy="4474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6192" cy="447420"/>
            </a:xfrm>
            <a:custGeom>
              <a:avLst/>
              <a:gdLst/>
              <a:ahLst/>
              <a:cxnLst/>
              <a:rect r="r" b="b" t="t" l="l"/>
              <a:pathLst>
                <a:path h="447420" w="796192">
                  <a:moveTo>
                    <a:pt x="115244" y="0"/>
                  </a:moveTo>
                  <a:lnTo>
                    <a:pt x="680948" y="0"/>
                  </a:lnTo>
                  <a:cubicBezTo>
                    <a:pt x="744595" y="0"/>
                    <a:pt x="796192" y="51596"/>
                    <a:pt x="796192" y="115244"/>
                  </a:cubicBezTo>
                  <a:lnTo>
                    <a:pt x="796192" y="332176"/>
                  </a:lnTo>
                  <a:cubicBezTo>
                    <a:pt x="796192" y="395823"/>
                    <a:pt x="744595" y="447420"/>
                    <a:pt x="680948" y="447420"/>
                  </a:cubicBezTo>
                  <a:lnTo>
                    <a:pt x="115244" y="447420"/>
                  </a:lnTo>
                  <a:cubicBezTo>
                    <a:pt x="51596" y="447420"/>
                    <a:pt x="0" y="395823"/>
                    <a:pt x="0" y="332176"/>
                  </a:cubicBezTo>
                  <a:lnTo>
                    <a:pt x="0" y="115244"/>
                  </a:lnTo>
                  <a:cubicBezTo>
                    <a:pt x="0" y="51596"/>
                    <a:pt x="51596" y="0"/>
                    <a:pt x="115244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796192" cy="514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840258" y="4145464"/>
            <a:ext cx="2693276" cy="116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6"/>
              </a:lnSpc>
            </a:pPr>
            <a:r>
              <a:rPr lang="en-US" sz="2204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Process action (add, edit, delete, upda</a:t>
            </a:r>
            <a:r>
              <a:rPr lang="en-US" sz="2204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te)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684561" y="6756073"/>
            <a:ext cx="3023041" cy="1698797"/>
            <a:chOff x="0" y="0"/>
            <a:chExt cx="796192" cy="4474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96192" cy="447420"/>
            </a:xfrm>
            <a:custGeom>
              <a:avLst/>
              <a:gdLst/>
              <a:ahLst/>
              <a:cxnLst/>
              <a:rect r="r" b="b" t="t" l="l"/>
              <a:pathLst>
                <a:path h="447420" w="796192">
                  <a:moveTo>
                    <a:pt x="115244" y="0"/>
                  </a:moveTo>
                  <a:lnTo>
                    <a:pt x="680948" y="0"/>
                  </a:lnTo>
                  <a:cubicBezTo>
                    <a:pt x="744595" y="0"/>
                    <a:pt x="796192" y="51596"/>
                    <a:pt x="796192" y="115244"/>
                  </a:cubicBezTo>
                  <a:lnTo>
                    <a:pt x="796192" y="332176"/>
                  </a:lnTo>
                  <a:cubicBezTo>
                    <a:pt x="796192" y="395823"/>
                    <a:pt x="744595" y="447420"/>
                    <a:pt x="680948" y="447420"/>
                  </a:cubicBezTo>
                  <a:lnTo>
                    <a:pt x="115244" y="447420"/>
                  </a:lnTo>
                  <a:cubicBezTo>
                    <a:pt x="51596" y="447420"/>
                    <a:pt x="0" y="395823"/>
                    <a:pt x="0" y="332176"/>
                  </a:cubicBezTo>
                  <a:lnTo>
                    <a:pt x="0" y="115244"/>
                  </a:lnTo>
                  <a:cubicBezTo>
                    <a:pt x="0" y="51596"/>
                    <a:pt x="51596" y="0"/>
                    <a:pt x="115244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796192" cy="514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215426" y="7132397"/>
            <a:ext cx="1961312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Save data </a:t>
            </a: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JSON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994841" y="6756073"/>
            <a:ext cx="3023041" cy="1698797"/>
            <a:chOff x="0" y="0"/>
            <a:chExt cx="796192" cy="4474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96192" cy="447420"/>
            </a:xfrm>
            <a:custGeom>
              <a:avLst/>
              <a:gdLst/>
              <a:ahLst/>
              <a:cxnLst/>
              <a:rect r="r" b="b" t="t" l="l"/>
              <a:pathLst>
                <a:path h="447420" w="796192">
                  <a:moveTo>
                    <a:pt x="115244" y="0"/>
                  </a:moveTo>
                  <a:lnTo>
                    <a:pt x="680948" y="0"/>
                  </a:lnTo>
                  <a:cubicBezTo>
                    <a:pt x="744595" y="0"/>
                    <a:pt x="796192" y="51596"/>
                    <a:pt x="796192" y="115244"/>
                  </a:cubicBezTo>
                  <a:lnTo>
                    <a:pt x="796192" y="332176"/>
                  </a:lnTo>
                  <a:cubicBezTo>
                    <a:pt x="796192" y="395823"/>
                    <a:pt x="744595" y="447420"/>
                    <a:pt x="680948" y="447420"/>
                  </a:cubicBezTo>
                  <a:lnTo>
                    <a:pt x="115244" y="447420"/>
                  </a:lnTo>
                  <a:cubicBezTo>
                    <a:pt x="51596" y="447420"/>
                    <a:pt x="0" y="395823"/>
                    <a:pt x="0" y="332176"/>
                  </a:cubicBezTo>
                  <a:lnTo>
                    <a:pt x="0" y="115244"/>
                  </a:lnTo>
                  <a:cubicBezTo>
                    <a:pt x="0" y="51596"/>
                    <a:pt x="51596" y="0"/>
                    <a:pt x="115244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796192" cy="514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421365" y="7132397"/>
            <a:ext cx="2213549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Update and display </a:t>
            </a: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tasks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2066925" y="6756073"/>
            <a:ext cx="3023041" cy="1698797"/>
            <a:chOff x="0" y="0"/>
            <a:chExt cx="796192" cy="4474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96192" cy="447420"/>
            </a:xfrm>
            <a:custGeom>
              <a:avLst/>
              <a:gdLst/>
              <a:ahLst/>
              <a:cxnLst/>
              <a:rect r="r" b="b" t="t" l="l"/>
              <a:pathLst>
                <a:path h="447420" w="796192">
                  <a:moveTo>
                    <a:pt x="115244" y="0"/>
                  </a:moveTo>
                  <a:lnTo>
                    <a:pt x="680948" y="0"/>
                  </a:lnTo>
                  <a:cubicBezTo>
                    <a:pt x="744595" y="0"/>
                    <a:pt x="796192" y="51596"/>
                    <a:pt x="796192" y="115244"/>
                  </a:cubicBezTo>
                  <a:lnTo>
                    <a:pt x="796192" y="332176"/>
                  </a:lnTo>
                  <a:cubicBezTo>
                    <a:pt x="796192" y="395823"/>
                    <a:pt x="744595" y="447420"/>
                    <a:pt x="680948" y="447420"/>
                  </a:cubicBezTo>
                  <a:lnTo>
                    <a:pt x="115244" y="447420"/>
                  </a:lnTo>
                  <a:cubicBezTo>
                    <a:pt x="51596" y="447420"/>
                    <a:pt x="0" y="395823"/>
                    <a:pt x="0" y="332176"/>
                  </a:cubicBezTo>
                  <a:lnTo>
                    <a:pt x="0" y="115244"/>
                  </a:lnTo>
                  <a:cubicBezTo>
                    <a:pt x="0" y="51596"/>
                    <a:pt x="51596" y="0"/>
                    <a:pt x="115244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796192" cy="514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597789" y="7132397"/>
            <a:ext cx="1961312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Repeat o</a:t>
            </a:r>
            <a:r>
              <a:rPr lang="en-US" sz="2499" spc="-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 Exit</a:t>
            </a:r>
          </a:p>
        </p:txBody>
      </p:sp>
      <p:sp>
        <p:nvSpPr>
          <p:cNvPr name="AutoShape 39" id="39"/>
          <p:cNvSpPr/>
          <p:nvPr/>
        </p:nvSpPr>
        <p:spPr>
          <a:xfrm>
            <a:off x="3363114" y="4754150"/>
            <a:ext cx="79250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0" id="40"/>
          <p:cNvSpPr/>
          <p:nvPr/>
        </p:nvSpPr>
        <p:spPr>
          <a:xfrm>
            <a:off x="7178664" y="4754150"/>
            <a:ext cx="70490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1" id="41"/>
          <p:cNvSpPr/>
          <p:nvPr/>
        </p:nvSpPr>
        <p:spPr>
          <a:xfrm>
            <a:off x="10906614" y="4754150"/>
            <a:ext cx="76876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 flipH="true">
            <a:off x="12790674" y="5603548"/>
            <a:ext cx="396222" cy="193435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3" id="43"/>
          <p:cNvSpPr/>
          <p:nvPr/>
        </p:nvSpPr>
        <p:spPr>
          <a:xfrm flipH="true">
            <a:off x="9017882" y="7605472"/>
            <a:ext cx="66668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4" id="44"/>
          <p:cNvSpPr/>
          <p:nvPr/>
        </p:nvSpPr>
        <p:spPr>
          <a:xfrm flipH="true">
            <a:off x="5089966" y="7605472"/>
            <a:ext cx="9048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67337" y="-72825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01872" y="560607"/>
            <a:ext cx="3800579" cy="4114800"/>
          </a:xfrm>
          <a:custGeom>
            <a:avLst/>
            <a:gdLst/>
            <a:ahLst/>
            <a:cxnLst/>
            <a:rect r="r" b="b" t="t" l="l"/>
            <a:pathLst>
              <a:path h="4114800" w="3800579">
                <a:moveTo>
                  <a:pt x="0" y="0"/>
                </a:moveTo>
                <a:lnTo>
                  <a:pt x="3800579" y="0"/>
                </a:lnTo>
                <a:lnTo>
                  <a:pt x="38005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-2592632" y="4107497"/>
            <a:ext cx="11225466" cy="33319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776085" y="-653294"/>
            <a:ext cx="4130552" cy="2162907"/>
          </a:xfrm>
          <a:custGeom>
            <a:avLst/>
            <a:gdLst/>
            <a:ahLst/>
            <a:cxnLst/>
            <a:rect r="r" b="b" t="t" l="l"/>
            <a:pathLst>
              <a:path h="2162907" w="4130552">
                <a:moveTo>
                  <a:pt x="0" y="0"/>
                </a:moveTo>
                <a:lnTo>
                  <a:pt x="4130552" y="0"/>
                </a:lnTo>
                <a:lnTo>
                  <a:pt x="4130552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0413737" y="7830278"/>
            <a:ext cx="1299500" cy="2856044"/>
          </a:xfrm>
          <a:custGeom>
            <a:avLst/>
            <a:gdLst/>
            <a:ahLst/>
            <a:cxnLst/>
            <a:rect r="r" b="b" t="t" l="l"/>
            <a:pathLst>
              <a:path h="2856044" w="1299500">
                <a:moveTo>
                  <a:pt x="0" y="0"/>
                </a:moveTo>
                <a:lnTo>
                  <a:pt x="1299500" y="0"/>
                </a:lnTo>
                <a:lnTo>
                  <a:pt x="1299500" y="2856044"/>
                </a:lnTo>
                <a:lnTo>
                  <a:pt x="0" y="28560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1841759" y="81591"/>
            <a:ext cx="1299500" cy="2856044"/>
          </a:xfrm>
          <a:custGeom>
            <a:avLst/>
            <a:gdLst/>
            <a:ahLst/>
            <a:cxnLst/>
            <a:rect r="r" b="b" t="t" l="l"/>
            <a:pathLst>
              <a:path h="2856044" w="1299500">
                <a:moveTo>
                  <a:pt x="0" y="0"/>
                </a:moveTo>
                <a:lnTo>
                  <a:pt x="1299500" y="0"/>
                </a:lnTo>
                <a:lnTo>
                  <a:pt x="1299500" y="2856044"/>
                </a:lnTo>
                <a:lnTo>
                  <a:pt x="0" y="28560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800000">
            <a:off x="-269894" y="8200480"/>
            <a:ext cx="2762694" cy="2393184"/>
          </a:xfrm>
          <a:custGeom>
            <a:avLst/>
            <a:gdLst/>
            <a:ahLst/>
            <a:cxnLst/>
            <a:rect r="r" b="b" t="t" l="l"/>
            <a:pathLst>
              <a:path h="2393184" w="2762694">
                <a:moveTo>
                  <a:pt x="2762695" y="0"/>
                </a:moveTo>
                <a:lnTo>
                  <a:pt x="0" y="0"/>
                </a:lnTo>
                <a:lnTo>
                  <a:pt x="0" y="2393184"/>
                </a:lnTo>
                <a:lnTo>
                  <a:pt x="2762695" y="2393184"/>
                </a:lnTo>
                <a:lnTo>
                  <a:pt x="276269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54605" y="3363434"/>
            <a:ext cx="5473808" cy="2983225"/>
          </a:xfrm>
          <a:custGeom>
            <a:avLst/>
            <a:gdLst/>
            <a:ahLst/>
            <a:cxnLst/>
            <a:rect r="r" b="b" t="t" l="l"/>
            <a:pathLst>
              <a:path h="2983225" w="5473808">
                <a:moveTo>
                  <a:pt x="0" y="0"/>
                </a:moveTo>
                <a:lnTo>
                  <a:pt x="5473808" y="0"/>
                </a:lnTo>
                <a:lnTo>
                  <a:pt x="5473808" y="2983225"/>
                </a:lnTo>
                <a:lnTo>
                  <a:pt x="0" y="29832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919531" y="5489955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2" y="0"/>
                </a:lnTo>
                <a:lnTo>
                  <a:pt x="4077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5628" y="2651325"/>
            <a:ext cx="10763288" cy="148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0"/>
              </a:lnSpc>
            </a:pPr>
            <a:r>
              <a:rPr lang="en-US" sz="9932" b="true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5628" y="4252684"/>
            <a:ext cx="8488372" cy="422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2"/>
              </a:lnSpc>
            </a:pPr>
            <a:r>
              <a:rPr lang="en-US" sz="3430" spc="-68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TaskT</a:t>
            </a:r>
            <a:r>
              <a:rPr lang="en-US" sz="3430" spc="-68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rack is a simple and effective web app that helps students organize assignments, track deadlines, and manage tasks efficiently. It provides a clear system for prioritizing work, helping reduce stress and improve productivity.</a:t>
            </a:r>
          </a:p>
          <a:p>
            <a:pPr algn="l">
              <a:lnSpc>
                <a:spcPts val="4802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778790" y="4357766"/>
            <a:ext cx="13509210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241900" y="-293495"/>
            <a:ext cx="4462370" cy="3865528"/>
          </a:xfrm>
          <a:custGeom>
            <a:avLst/>
            <a:gdLst/>
            <a:ahLst/>
            <a:cxnLst/>
            <a:rect r="r" b="b" t="t" l="l"/>
            <a:pathLst>
              <a:path h="3865528" w="4462370">
                <a:moveTo>
                  <a:pt x="0" y="0"/>
                </a:moveTo>
                <a:lnTo>
                  <a:pt x="4462370" y="0"/>
                </a:lnTo>
                <a:lnTo>
                  <a:pt x="4462370" y="3865528"/>
                </a:lnTo>
                <a:lnTo>
                  <a:pt x="0" y="386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5800719" y="196242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3"/>
                </a:lnTo>
                <a:lnTo>
                  <a:pt x="0" y="2004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163479" y="7799719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39" y="0"/>
                </a:lnTo>
                <a:lnTo>
                  <a:pt x="912239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2622060" y="-508084"/>
            <a:ext cx="4130552" cy="2162907"/>
          </a:xfrm>
          <a:custGeom>
            <a:avLst/>
            <a:gdLst/>
            <a:ahLst/>
            <a:cxnLst/>
            <a:rect r="r" b="b" t="t" l="l"/>
            <a:pathLst>
              <a:path h="2162907" w="4130552">
                <a:moveTo>
                  <a:pt x="0" y="0"/>
                </a:moveTo>
                <a:lnTo>
                  <a:pt x="4130551" y="0"/>
                </a:lnTo>
                <a:lnTo>
                  <a:pt x="4130551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2497" y="1360413"/>
            <a:ext cx="986788" cy="1649645"/>
          </a:xfrm>
          <a:custGeom>
            <a:avLst/>
            <a:gdLst/>
            <a:ahLst/>
            <a:cxnLst/>
            <a:rect r="r" b="b" t="t" l="l"/>
            <a:pathLst>
              <a:path h="1649645" w="986788">
                <a:moveTo>
                  <a:pt x="0" y="0"/>
                </a:moveTo>
                <a:lnTo>
                  <a:pt x="986788" y="0"/>
                </a:lnTo>
                <a:lnTo>
                  <a:pt x="986788" y="1649645"/>
                </a:lnTo>
                <a:lnTo>
                  <a:pt x="0" y="16496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4857518" y="7785950"/>
            <a:ext cx="3750008" cy="3248445"/>
          </a:xfrm>
          <a:custGeom>
            <a:avLst/>
            <a:gdLst/>
            <a:ahLst/>
            <a:cxnLst/>
            <a:rect r="r" b="b" t="t" l="l"/>
            <a:pathLst>
              <a:path h="3248445" w="3750008">
                <a:moveTo>
                  <a:pt x="0" y="0"/>
                </a:moveTo>
                <a:lnTo>
                  <a:pt x="3750009" y="0"/>
                </a:lnTo>
                <a:lnTo>
                  <a:pt x="3750009" y="3248445"/>
                </a:lnTo>
                <a:lnTo>
                  <a:pt x="0" y="32484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07466" y="8600655"/>
            <a:ext cx="3101481" cy="3101481"/>
          </a:xfrm>
          <a:custGeom>
            <a:avLst/>
            <a:gdLst/>
            <a:ahLst/>
            <a:cxnLst/>
            <a:rect r="r" b="b" t="t" l="l"/>
            <a:pathLst>
              <a:path h="3101481" w="3101481">
                <a:moveTo>
                  <a:pt x="0" y="0"/>
                </a:moveTo>
                <a:lnTo>
                  <a:pt x="3101480" y="0"/>
                </a:lnTo>
                <a:lnTo>
                  <a:pt x="3101480" y="3101481"/>
                </a:lnTo>
                <a:lnTo>
                  <a:pt x="0" y="31014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02606" y="3788418"/>
            <a:ext cx="5089941" cy="3779281"/>
          </a:xfrm>
          <a:custGeom>
            <a:avLst/>
            <a:gdLst/>
            <a:ahLst/>
            <a:cxnLst/>
            <a:rect r="r" b="b" t="t" l="l"/>
            <a:pathLst>
              <a:path h="3779281" w="5089941">
                <a:moveTo>
                  <a:pt x="0" y="0"/>
                </a:moveTo>
                <a:lnTo>
                  <a:pt x="5089942" y="0"/>
                </a:lnTo>
                <a:lnTo>
                  <a:pt x="5089942" y="3779282"/>
                </a:lnTo>
                <a:lnTo>
                  <a:pt x="0" y="37792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14981" y="2528684"/>
            <a:ext cx="10763288" cy="1540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236"/>
              </a:lnSpc>
            </a:pPr>
            <a:r>
              <a:rPr lang="en-US" sz="9932" b="true">
                <a:solidFill>
                  <a:srgbClr val="211E1E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References: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87336" y="4413399"/>
            <a:ext cx="13126784" cy="4939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4888" indent="-202444" lvl="1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Barbayannis, G., Bandari, M.,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Z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eng, X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Baque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iz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H., Pecor, K. W., &amp; M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ng, X. (2022). Acad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mic st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mental well-be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 in c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lle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st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dents: Correlations, affected groups, and COVID-19. F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tier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 P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sychology, 13, 886344. </a:t>
            </a:r>
            <a:r>
              <a:rPr lang="en-US" sz="1875" spc="-37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6" tooltip="https://doi.org/10.3389/fpsyg.2022.886344"/>
              </a:rPr>
              <a:t>https://doi.org/10.3389/fpsyg.2022.886344</a:t>
            </a:r>
          </a:p>
          <a:p>
            <a:pPr algn="l">
              <a:lnSpc>
                <a:spcPts val="2625"/>
              </a:lnSpc>
              <a:spcBef>
                <a:spcPct val="0"/>
              </a:spcBef>
            </a:pPr>
          </a:p>
          <a:p>
            <a:pPr algn="l" marL="404888" indent="-202444" lvl="1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Ahm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dy, S., Khaj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ali, N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Shari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i, F., &amp; Mirmo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htadaei, Z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202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1). Relationship between s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udy skills, s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s, and a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perf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anc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among stu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dent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s: A systematic review. Journal of Education and Health Promotion, 10, 123. </a:t>
            </a:r>
            <a:r>
              <a:rPr lang="en-US" sz="1875" spc="-37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7" tooltip="https://pmc.ncbi.nlm.nih.gov/articles/PMC7933620/"/>
              </a:rPr>
              <a:t>https://pmc.ncbi.nlm.nih.gov/articles/PMC7933620/</a:t>
            </a:r>
          </a:p>
          <a:p>
            <a:pPr algn="l">
              <a:lnSpc>
                <a:spcPts val="2625"/>
              </a:lnSpc>
              <a:spcBef>
                <a:spcPct val="0"/>
              </a:spcBef>
            </a:pPr>
          </a:p>
          <a:p>
            <a:pPr algn="l" marL="404888" indent="-202444" lvl="1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vin, D., Sandu, A., &amp; Vasi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le, E.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2022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). 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Stress among s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uden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ts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difficult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with tim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nt. Social Sciences, 11(12), 538. </a:t>
            </a:r>
            <a:r>
              <a:rPr lang="en-US" sz="1875" spc="-37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8" tooltip="https://www.mdpi.com/2076-0760/11/12/538"/>
              </a:rPr>
              <a:t>https://www.mdpi.com/2076-0760/11/12/538</a:t>
            </a:r>
          </a:p>
          <a:p>
            <a:pPr algn="l">
              <a:lnSpc>
                <a:spcPts val="2625"/>
              </a:lnSpc>
              <a:spcBef>
                <a:spcPct val="0"/>
              </a:spcBef>
            </a:pPr>
          </a:p>
          <a:p>
            <a:pPr algn="l" marL="404888" indent="-202444" lvl="1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Lu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eñ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o-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Moreno, L., Talavera-Velasco, B., García-Albuerne, Y., &amp; Martín-García, J. (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202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5). 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of a strategic time ma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programme on 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st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875" spc="-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ess. Ansiedad y Estrés. </a:t>
            </a:r>
            <a:r>
              <a:rPr lang="en-US" sz="1875" spc="-37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9" tooltip="https://www.ansiedadyestres.es/art/2025/anyes2025a1"/>
              </a:rPr>
              <a:t>https://www.ansiedadyestres.es/art/2025/anyes2025a1</a:t>
            </a:r>
          </a:p>
          <a:p>
            <a:pPr algn="l">
              <a:lnSpc>
                <a:spcPts val="262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571260" y="-587002"/>
            <a:ext cx="5699720" cy="4937382"/>
          </a:xfrm>
          <a:custGeom>
            <a:avLst/>
            <a:gdLst/>
            <a:ahLst/>
            <a:cxnLst/>
            <a:rect r="r" b="b" t="t" l="l"/>
            <a:pathLst>
              <a:path h="4937382" w="5699720">
                <a:moveTo>
                  <a:pt x="5699720" y="0"/>
                </a:moveTo>
                <a:lnTo>
                  <a:pt x="0" y="0"/>
                </a:lnTo>
                <a:lnTo>
                  <a:pt x="0" y="4937382"/>
                </a:lnTo>
                <a:lnTo>
                  <a:pt x="5699720" y="4937382"/>
                </a:lnTo>
                <a:lnTo>
                  <a:pt x="56997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-689339" y="6007799"/>
            <a:ext cx="5699720" cy="4937382"/>
          </a:xfrm>
          <a:custGeom>
            <a:avLst/>
            <a:gdLst/>
            <a:ahLst/>
            <a:cxnLst/>
            <a:rect r="r" b="b" t="t" l="l"/>
            <a:pathLst>
              <a:path h="4937382" w="5699720">
                <a:moveTo>
                  <a:pt x="5699720" y="0"/>
                </a:moveTo>
                <a:lnTo>
                  <a:pt x="0" y="0"/>
                </a:lnTo>
                <a:lnTo>
                  <a:pt x="0" y="4937382"/>
                </a:lnTo>
                <a:lnTo>
                  <a:pt x="5699720" y="4937382"/>
                </a:lnTo>
                <a:lnTo>
                  <a:pt x="56997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40959" y="-1550740"/>
            <a:ext cx="4113130" cy="4113130"/>
          </a:xfrm>
          <a:custGeom>
            <a:avLst/>
            <a:gdLst/>
            <a:ahLst/>
            <a:cxnLst/>
            <a:rect r="r" b="b" t="t" l="l"/>
            <a:pathLst>
              <a:path h="4113130" w="4113130">
                <a:moveTo>
                  <a:pt x="0" y="0"/>
                </a:moveTo>
                <a:lnTo>
                  <a:pt x="4113130" y="0"/>
                </a:lnTo>
                <a:lnTo>
                  <a:pt x="4113130" y="4113130"/>
                </a:lnTo>
                <a:lnTo>
                  <a:pt x="0" y="41131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54759" y="6529957"/>
            <a:ext cx="4113130" cy="4113130"/>
          </a:xfrm>
          <a:custGeom>
            <a:avLst/>
            <a:gdLst/>
            <a:ahLst/>
            <a:cxnLst/>
            <a:rect r="r" b="b" t="t" l="l"/>
            <a:pathLst>
              <a:path h="4113130" w="4113130">
                <a:moveTo>
                  <a:pt x="0" y="0"/>
                </a:moveTo>
                <a:lnTo>
                  <a:pt x="4113130" y="0"/>
                </a:lnTo>
                <a:lnTo>
                  <a:pt x="4113130" y="4113130"/>
                </a:lnTo>
                <a:lnTo>
                  <a:pt x="0" y="41131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1956871" y="26239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3367711" y="8255839"/>
            <a:ext cx="912240" cy="2004923"/>
          </a:xfrm>
          <a:custGeom>
            <a:avLst/>
            <a:gdLst/>
            <a:ahLst/>
            <a:cxnLst/>
            <a:rect r="r" b="b" t="t" l="l"/>
            <a:pathLst>
              <a:path h="2004923" w="912240">
                <a:moveTo>
                  <a:pt x="0" y="0"/>
                </a:moveTo>
                <a:lnTo>
                  <a:pt x="912240" y="0"/>
                </a:lnTo>
                <a:lnTo>
                  <a:pt x="912240" y="2004922"/>
                </a:lnTo>
                <a:lnTo>
                  <a:pt x="0" y="2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4317331">
            <a:off x="1494472" y="-1328270"/>
            <a:ext cx="3800579" cy="4114800"/>
          </a:xfrm>
          <a:custGeom>
            <a:avLst/>
            <a:gdLst/>
            <a:ahLst/>
            <a:cxnLst/>
            <a:rect r="r" b="b" t="t" l="l"/>
            <a:pathLst>
              <a:path h="4114800" w="3800579">
                <a:moveTo>
                  <a:pt x="0" y="0"/>
                </a:moveTo>
                <a:lnTo>
                  <a:pt x="3800578" y="0"/>
                </a:lnTo>
                <a:lnTo>
                  <a:pt x="380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625156" y="6529957"/>
            <a:ext cx="1164381" cy="1946533"/>
          </a:xfrm>
          <a:custGeom>
            <a:avLst/>
            <a:gdLst/>
            <a:ahLst/>
            <a:cxnLst/>
            <a:rect r="r" b="b" t="t" l="l"/>
            <a:pathLst>
              <a:path h="1946533" w="1164381">
                <a:moveTo>
                  <a:pt x="0" y="0"/>
                </a:moveTo>
                <a:lnTo>
                  <a:pt x="1164381" y="0"/>
                </a:lnTo>
                <a:lnTo>
                  <a:pt x="1164381" y="1946533"/>
                </a:lnTo>
                <a:lnTo>
                  <a:pt x="0" y="19465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794163" y="505825"/>
            <a:ext cx="971368" cy="1623867"/>
          </a:xfrm>
          <a:custGeom>
            <a:avLst/>
            <a:gdLst/>
            <a:ahLst/>
            <a:cxnLst/>
            <a:rect r="r" b="b" t="t" l="l"/>
            <a:pathLst>
              <a:path h="1623867" w="971368">
                <a:moveTo>
                  <a:pt x="0" y="0"/>
                </a:moveTo>
                <a:lnTo>
                  <a:pt x="971368" y="0"/>
                </a:lnTo>
                <a:lnTo>
                  <a:pt x="971368" y="1623867"/>
                </a:lnTo>
                <a:lnTo>
                  <a:pt x="0" y="16238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-1487410" y="4356494"/>
            <a:ext cx="4130552" cy="2162907"/>
          </a:xfrm>
          <a:custGeom>
            <a:avLst/>
            <a:gdLst/>
            <a:ahLst/>
            <a:cxnLst/>
            <a:rect r="r" b="b" t="t" l="l"/>
            <a:pathLst>
              <a:path h="2162907" w="4130552">
                <a:moveTo>
                  <a:pt x="0" y="0"/>
                </a:moveTo>
                <a:lnTo>
                  <a:pt x="4130552" y="0"/>
                </a:lnTo>
                <a:lnTo>
                  <a:pt x="4130552" y="2162907"/>
                </a:lnTo>
                <a:lnTo>
                  <a:pt x="0" y="216290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184105" y="7503224"/>
            <a:ext cx="4598333" cy="2783776"/>
          </a:xfrm>
          <a:custGeom>
            <a:avLst/>
            <a:gdLst/>
            <a:ahLst/>
            <a:cxnLst/>
            <a:rect r="r" b="b" t="t" l="l"/>
            <a:pathLst>
              <a:path h="2783776" w="4598333">
                <a:moveTo>
                  <a:pt x="0" y="0"/>
                </a:moveTo>
                <a:lnTo>
                  <a:pt x="4598333" y="0"/>
                </a:lnTo>
                <a:lnTo>
                  <a:pt x="4598333" y="2783776"/>
                </a:lnTo>
                <a:lnTo>
                  <a:pt x="0" y="278377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20873" t="-142774" r="0" b="-30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967940" y="1028700"/>
            <a:ext cx="12352120" cy="8229600"/>
          </a:xfrm>
          <a:custGeom>
            <a:avLst/>
            <a:gdLst/>
            <a:ahLst/>
            <a:cxnLst/>
            <a:rect r="r" b="b" t="t" l="l"/>
            <a:pathLst>
              <a:path h="8229600" w="12352120">
                <a:moveTo>
                  <a:pt x="0" y="0"/>
                </a:moveTo>
                <a:lnTo>
                  <a:pt x="12352120" y="0"/>
                </a:lnTo>
                <a:lnTo>
                  <a:pt x="12352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504775" y="7417499"/>
            <a:ext cx="7278451" cy="7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211E1E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Presented to: Ma’am Dachel Raagas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DAG6JSDJJjc</dc:identifier>
  <dcterms:modified xsi:type="dcterms:W3CDTF">2011-08-01T06:04:30Z</dcterms:modified>
  <cp:revision>1</cp:revision>
  <dc:title>TASKTRACK</dc:title>
</cp:coreProperties>
</file>