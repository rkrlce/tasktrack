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grandir Heavy" pitchFamily="2" charset="77"/>
      <p:regular r:id="rId14"/>
      <p:bold r:id="rId15"/>
    </p:embeddedFont>
    <p:embeddedFont>
      <p:font typeface="Agrandir Heavy Italics" pitchFamily="2" charset="77"/>
      <p:regular r:id="rId16"/>
      <p:bold r:id="rId17"/>
      <p:italic r:id="rId18"/>
      <p:boldItalic r:id="rId19"/>
    </p:embeddedFont>
    <p:embeddedFont>
      <p:font typeface="Fredoka" panose="02000000000000000000" pitchFamily="2" charset="77"/>
      <p:regular r:id="rId20"/>
    </p:embeddedFont>
    <p:embeddedFont>
      <p:font typeface="Le Petit Cochon" pitchFamily="2" charset="77"/>
      <p:regular r:id="rId21"/>
    </p:embeddedFont>
    <p:embeddedFont>
      <p:font typeface="Poppins" pitchFamily="2" charset="77"/>
      <p:regular r:id="rId22"/>
    </p:embeddedFont>
    <p:embeddedFont>
      <p:font typeface="Poppins Bold" pitchFamily="2" charset="77"/>
      <p:regular r:id="rId23"/>
      <p:bold r:id="rId24"/>
    </p:embeddedFont>
    <p:embeddedFont>
      <p:font typeface="Poppins Bold Italics" pitchFamily="2" charset="77"/>
      <p:regular r:id="rId25"/>
      <p:bold r:id="rId26"/>
      <p:italic r:id="rId27"/>
      <p:boldItalic r:id="rId28"/>
    </p:embeddedFont>
    <p:embeddedFont>
      <p:font typeface="Poppins Italics" pitchFamily="2" charset="77"/>
      <p:regular r:id="rId29"/>
      <p:italic r:id="rId30"/>
    </p:embeddedFont>
    <p:embeddedFont>
      <p:font typeface="Poppins Light" panose="00000400000000000000" pitchFamily="2" charset="77"/>
      <p:regular r:id="rId31"/>
    </p:embeddedFont>
    <p:embeddedFont>
      <p:font typeface="Poppins Light Italics" pitchFamily="2" charset="77"/>
      <p:regular r:id="rId32"/>
      <p: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09" autoAdjust="0"/>
  </p:normalViewPr>
  <p:slideViewPr>
    <p:cSldViewPr>
      <p:cViewPr varScale="1">
        <p:scale>
          <a:sx n="69" d="100"/>
          <a:sy n="69" d="100"/>
        </p:scale>
        <p:origin x="824" y="2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21" Type="http://schemas.openxmlformats.org/officeDocument/2006/relationships/font" Target="fonts/font8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gif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4.svg"/><Relationship Id="rId12" Type="http://schemas.openxmlformats.org/officeDocument/2006/relationships/image" Target="../media/image1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8.svg"/><Relationship Id="rId10" Type="http://schemas.openxmlformats.org/officeDocument/2006/relationships/image" Target="../media/image9.png"/><Relationship Id="rId4" Type="http://schemas.openxmlformats.org/officeDocument/2006/relationships/image" Target="../media/image7.png"/><Relationship Id="rId9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10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9.png"/><Relationship Id="rId5" Type="http://schemas.openxmlformats.org/officeDocument/2006/relationships/image" Target="../media/image7.png"/><Relationship Id="rId10" Type="http://schemas.openxmlformats.org/officeDocument/2006/relationships/image" Target="../media/image6.svg"/><Relationship Id="rId4" Type="http://schemas.openxmlformats.org/officeDocument/2006/relationships/image" Target="../media/image2.sv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22.png"/><Relationship Id="rId3" Type="http://schemas.openxmlformats.org/officeDocument/2006/relationships/image" Target="../media/image20.png"/><Relationship Id="rId7" Type="http://schemas.openxmlformats.org/officeDocument/2006/relationships/image" Target="../media/image11.png"/><Relationship Id="rId12" Type="http://schemas.openxmlformats.org/officeDocument/2006/relationships/image" Target="../media/image1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11" Type="http://schemas.openxmlformats.org/officeDocument/2006/relationships/image" Target="../media/image9.png"/><Relationship Id="rId5" Type="http://schemas.openxmlformats.org/officeDocument/2006/relationships/image" Target="../media/image1.png"/><Relationship Id="rId10" Type="http://schemas.openxmlformats.org/officeDocument/2006/relationships/image" Target="../media/image6.svg"/><Relationship Id="rId4" Type="http://schemas.openxmlformats.org/officeDocument/2006/relationships/image" Target="../media/image21.svg"/><Relationship Id="rId9" Type="http://schemas.openxmlformats.org/officeDocument/2006/relationships/image" Target="../media/image5.png"/><Relationship Id="rId1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.png"/><Relationship Id="rId18" Type="http://schemas.openxmlformats.org/officeDocument/2006/relationships/image" Target="../media/image28.png"/><Relationship Id="rId3" Type="http://schemas.openxmlformats.org/officeDocument/2006/relationships/image" Target="../media/image3.png"/><Relationship Id="rId21" Type="http://schemas.openxmlformats.org/officeDocument/2006/relationships/image" Target="../media/image31.svg"/><Relationship Id="rId7" Type="http://schemas.openxmlformats.org/officeDocument/2006/relationships/image" Target="../media/image9.png"/><Relationship Id="rId12" Type="http://schemas.openxmlformats.org/officeDocument/2006/relationships/image" Target="../media/image6.svg"/><Relationship Id="rId17" Type="http://schemas.openxmlformats.org/officeDocument/2006/relationships/image" Target="../media/image27.svg"/><Relationship Id="rId25" Type="http://schemas.openxmlformats.org/officeDocument/2006/relationships/image" Target="../media/image35.svg"/><Relationship Id="rId2" Type="http://schemas.openxmlformats.org/officeDocument/2006/relationships/image" Target="../media/image24.png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11" Type="http://schemas.openxmlformats.org/officeDocument/2006/relationships/image" Target="../media/image5.png"/><Relationship Id="rId24" Type="http://schemas.openxmlformats.org/officeDocument/2006/relationships/image" Target="../media/image34.png"/><Relationship Id="rId5" Type="http://schemas.openxmlformats.org/officeDocument/2006/relationships/image" Target="../media/image11.png"/><Relationship Id="rId15" Type="http://schemas.openxmlformats.org/officeDocument/2006/relationships/image" Target="../media/image25.png"/><Relationship Id="rId23" Type="http://schemas.openxmlformats.org/officeDocument/2006/relationships/image" Target="../media/image33.svg"/><Relationship Id="rId10" Type="http://schemas.openxmlformats.org/officeDocument/2006/relationships/image" Target="../media/image8.svg"/><Relationship Id="rId19" Type="http://schemas.openxmlformats.org/officeDocument/2006/relationships/image" Target="../media/image29.svg"/><Relationship Id="rId4" Type="http://schemas.openxmlformats.org/officeDocument/2006/relationships/image" Target="../media/image4.svg"/><Relationship Id="rId9" Type="http://schemas.openxmlformats.org/officeDocument/2006/relationships/image" Target="../media/image7.png"/><Relationship Id="rId14" Type="http://schemas.openxmlformats.org/officeDocument/2006/relationships/image" Target="../media/image2.svg"/><Relationship Id="rId22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13" Type="http://schemas.openxmlformats.org/officeDocument/2006/relationships/image" Target="../media/image9.png"/><Relationship Id="rId3" Type="http://schemas.openxmlformats.org/officeDocument/2006/relationships/image" Target="../media/image37.png"/><Relationship Id="rId7" Type="http://schemas.openxmlformats.org/officeDocument/2006/relationships/image" Target="../media/image1.png"/><Relationship Id="rId12" Type="http://schemas.openxmlformats.org/officeDocument/2006/relationships/image" Target="../media/image6.svg"/><Relationship Id="rId2" Type="http://schemas.openxmlformats.org/officeDocument/2006/relationships/image" Target="../media/image36.png"/><Relationship Id="rId16" Type="http://schemas.openxmlformats.org/officeDocument/2006/relationships/image" Target="../media/image4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svg"/><Relationship Id="rId11" Type="http://schemas.openxmlformats.org/officeDocument/2006/relationships/image" Target="../media/image5.png"/><Relationship Id="rId5" Type="http://schemas.openxmlformats.org/officeDocument/2006/relationships/image" Target="../media/image39.png"/><Relationship Id="rId15" Type="http://schemas.openxmlformats.org/officeDocument/2006/relationships/image" Target="../media/image41.png"/><Relationship Id="rId10" Type="http://schemas.openxmlformats.org/officeDocument/2006/relationships/image" Target="../media/image12.svg"/><Relationship Id="rId4" Type="http://schemas.openxmlformats.org/officeDocument/2006/relationships/image" Target="../media/image38.svg"/><Relationship Id="rId9" Type="http://schemas.openxmlformats.org/officeDocument/2006/relationships/image" Target="../media/image11.png"/><Relationship Id="rId1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27.svg"/><Relationship Id="rId18" Type="http://schemas.openxmlformats.org/officeDocument/2006/relationships/image" Target="../media/image32.png"/><Relationship Id="rId3" Type="http://schemas.openxmlformats.org/officeDocument/2006/relationships/image" Target="../media/image12.svg"/><Relationship Id="rId21" Type="http://schemas.openxmlformats.org/officeDocument/2006/relationships/image" Target="../media/image35.svg"/><Relationship Id="rId7" Type="http://schemas.openxmlformats.org/officeDocument/2006/relationships/image" Target="../media/image10.svg"/><Relationship Id="rId12" Type="http://schemas.openxmlformats.org/officeDocument/2006/relationships/image" Target="../media/image26.png"/><Relationship Id="rId17" Type="http://schemas.openxmlformats.org/officeDocument/2006/relationships/image" Target="../media/image31.svg"/><Relationship Id="rId2" Type="http://schemas.openxmlformats.org/officeDocument/2006/relationships/image" Target="../media/image11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2.svg"/><Relationship Id="rId5" Type="http://schemas.openxmlformats.org/officeDocument/2006/relationships/image" Target="../media/image4.svg"/><Relationship Id="rId15" Type="http://schemas.openxmlformats.org/officeDocument/2006/relationships/image" Target="../media/image29.svg"/><Relationship Id="rId23" Type="http://schemas.openxmlformats.org/officeDocument/2006/relationships/image" Target="../media/image44.svg"/><Relationship Id="rId10" Type="http://schemas.openxmlformats.org/officeDocument/2006/relationships/image" Target="../media/image1.png"/><Relationship Id="rId19" Type="http://schemas.openxmlformats.org/officeDocument/2006/relationships/image" Target="../media/image33.svg"/><Relationship Id="rId4" Type="http://schemas.openxmlformats.org/officeDocument/2006/relationships/image" Target="../media/image3.png"/><Relationship Id="rId9" Type="http://schemas.openxmlformats.org/officeDocument/2006/relationships/image" Target="../media/image6.svg"/><Relationship Id="rId14" Type="http://schemas.openxmlformats.org/officeDocument/2006/relationships/image" Target="../media/image28.png"/><Relationship Id="rId22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46.png"/><Relationship Id="rId18" Type="http://schemas.openxmlformats.org/officeDocument/2006/relationships/image" Target="../media/image51.svg"/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12" Type="http://schemas.openxmlformats.org/officeDocument/2006/relationships/image" Target="../media/image6.svg"/><Relationship Id="rId17" Type="http://schemas.openxmlformats.org/officeDocument/2006/relationships/image" Target="../media/image50.png"/><Relationship Id="rId2" Type="http://schemas.openxmlformats.org/officeDocument/2006/relationships/image" Target="../media/image3.png"/><Relationship Id="rId16" Type="http://schemas.openxmlformats.org/officeDocument/2006/relationships/image" Target="../media/image4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image" Target="../media/image5.png"/><Relationship Id="rId5" Type="http://schemas.openxmlformats.org/officeDocument/2006/relationships/image" Target="../media/image10.svg"/><Relationship Id="rId15" Type="http://schemas.openxmlformats.org/officeDocument/2006/relationships/image" Target="../media/image48.png"/><Relationship Id="rId10" Type="http://schemas.openxmlformats.org/officeDocument/2006/relationships/image" Target="../media/image45.png"/><Relationship Id="rId4" Type="http://schemas.openxmlformats.org/officeDocument/2006/relationships/image" Target="../media/image9.png"/><Relationship Id="rId9" Type="http://schemas.openxmlformats.org/officeDocument/2006/relationships/image" Target="../media/image12.svg"/><Relationship Id="rId14" Type="http://schemas.openxmlformats.org/officeDocument/2006/relationships/image" Target="../media/image4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53.png"/><Relationship Id="rId3" Type="http://schemas.openxmlformats.org/officeDocument/2006/relationships/image" Target="../media/image4.sv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11.png"/><Relationship Id="rId5" Type="http://schemas.openxmlformats.org/officeDocument/2006/relationships/image" Target="../media/image6.svg"/><Relationship Id="rId15" Type="http://schemas.openxmlformats.org/officeDocument/2006/relationships/image" Target="../media/image55.svg"/><Relationship Id="rId10" Type="http://schemas.openxmlformats.org/officeDocument/2006/relationships/image" Target="../media/image10.sv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4" Type="http://schemas.openxmlformats.org/officeDocument/2006/relationships/image" Target="../media/image5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57.png"/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12" Type="http://schemas.openxmlformats.org/officeDocument/2006/relationships/image" Target="../media/image5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4.svg"/><Relationship Id="rId5" Type="http://schemas.openxmlformats.org/officeDocument/2006/relationships/image" Target="../media/image8.svg"/><Relationship Id="rId10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6.svg"/><Relationship Id="rId14" Type="http://schemas.openxmlformats.org/officeDocument/2006/relationships/image" Target="../media/image5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2.svg"/><Relationship Id="rId3" Type="http://schemas.openxmlformats.org/officeDocument/2006/relationships/image" Target="../media/image60.svg"/><Relationship Id="rId7" Type="http://schemas.openxmlformats.org/officeDocument/2006/relationships/image" Target="../media/image12.svg"/><Relationship Id="rId12" Type="http://schemas.openxmlformats.org/officeDocument/2006/relationships/image" Target="../media/image1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4.svg"/><Relationship Id="rId5" Type="http://schemas.openxmlformats.org/officeDocument/2006/relationships/image" Target="../media/image6.svg"/><Relationship Id="rId15" Type="http://schemas.openxmlformats.org/officeDocument/2006/relationships/image" Target="../media/image62.svg"/><Relationship Id="rId10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6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svg"/><Relationship Id="rId3" Type="http://schemas.openxmlformats.org/officeDocument/2006/relationships/image" Target="../media/image64.svg"/><Relationship Id="rId7" Type="http://schemas.openxmlformats.org/officeDocument/2006/relationships/image" Target="../media/image2.svg"/><Relationship Id="rId12" Type="http://schemas.openxmlformats.org/officeDocument/2006/relationships/image" Target="../media/image9.png"/><Relationship Id="rId17" Type="http://schemas.openxmlformats.org/officeDocument/2006/relationships/image" Target="../media/image66.png"/><Relationship Id="rId2" Type="http://schemas.openxmlformats.org/officeDocument/2006/relationships/image" Target="../media/image63.png"/><Relationship Id="rId16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image" Target="../media/image8.svg"/><Relationship Id="rId5" Type="http://schemas.openxmlformats.org/officeDocument/2006/relationships/image" Target="../media/image47.svg"/><Relationship Id="rId15" Type="http://schemas.openxmlformats.org/officeDocument/2006/relationships/image" Target="../media/image12.svg"/><Relationship Id="rId10" Type="http://schemas.openxmlformats.org/officeDocument/2006/relationships/image" Target="../media/image7.png"/><Relationship Id="rId4" Type="http://schemas.openxmlformats.org/officeDocument/2006/relationships/image" Target="../media/image46.png"/><Relationship Id="rId9" Type="http://schemas.openxmlformats.org/officeDocument/2006/relationships/image" Target="../media/image6.sv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667337" y="-72825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414868" y="802572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00422" y="-1496793"/>
            <a:ext cx="4750130" cy="4114800"/>
          </a:xfrm>
          <a:custGeom>
            <a:avLst/>
            <a:gdLst/>
            <a:ahLst/>
            <a:cxnLst/>
            <a:rect l="l" t="t" r="r" b="b"/>
            <a:pathLst>
              <a:path w="4750130" h="4114800">
                <a:moveTo>
                  <a:pt x="0" y="0"/>
                </a:moveTo>
                <a:lnTo>
                  <a:pt x="4750130" y="0"/>
                </a:lnTo>
                <a:lnTo>
                  <a:pt x="47501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3014214" y="483439"/>
            <a:ext cx="912240" cy="2004923"/>
          </a:xfrm>
          <a:custGeom>
            <a:avLst/>
            <a:gdLst/>
            <a:ahLst/>
            <a:cxnLst/>
            <a:rect l="l" t="t" r="r" b="b"/>
            <a:pathLst>
              <a:path w="912240" h="2004923">
                <a:moveTo>
                  <a:pt x="0" y="0"/>
                </a:moveTo>
                <a:lnTo>
                  <a:pt x="912240" y="0"/>
                </a:lnTo>
                <a:lnTo>
                  <a:pt x="912240" y="2004922"/>
                </a:lnTo>
                <a:lnTo>
                  <a:pt x="0" y="2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901872" y="560607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0" y="0"/>
                </a:moveTo>
                <a:lnTo>
                  <a:pt x="3800579" y="0"/>
                </a:lnTo>
                <a:lnTo>
                  <a:pt x="38005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11987" y="504323"/>
            <a:ext cx="986788" cy="1649645"/>
          </a:xfrm>
          <a:custGeom>
            <a:avLst/>
            <a:gdLst/>
            <a:ahLst/>
            <a:cxnLst/>
            <a:rect l="l" t="t" r="r" b="b"/>
            <a:pathLst>
              <a:path w="986788" h="1649645">
                <a:moveTo>
                  <a:pt x="0" y="0"/>
                </a:moveTo>
                <a:lnTo>
                  <a:pt x="986788" y="0"/>
                </a:lnTo>
                <a:lnTo>
                  <a:pt x="986788" y="1649645"/>
                </a:lnTo>
                <a:lnTo>
                  <a:pt x="0" y="16496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805381" y="7893104"/>
            <a:ext cx="986788" cy="1649645"/>
          </a:xfrm>
          <a:custGeom>
            <a:avLst/>
            <a:gdLst/>
            <a:ahLst/>
            <a:cxnLst/>
            <a:rect l="l" t="t" r="r" b="b"/>
            <a:pathLst>
              <a:path w="986788" h="1649645">
                <a:moveTo>
                  <a:pt x="0" y="0"/>
                </a:moveTo>
                <a:lnTo>
                  <a:pt x="986788" y="0"/>
                </a:lnTo>
                <a:lnTo>
                  <a:pt x="986788" y="1649645"/>
                </a:lnTo>
                <a:lnTo>
                  <a:pt x="0" y="16496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2699932" y="-520847"/>
            <a:ext cx="4130552" cy="2162907"/>
          </a:xfrm>
          <a:custGeom>
            <a:avLst/>
            <a:gdLst/>
            <a:ahLst/>
            <a:cxnLst/>
            <a:rect l="l" t="t" r="r" b="b"/>
            <a:pathLst>
              <a:path w="4130552" h="2162907">
                <a:moveTo>
                  <a:pt x="0" y="0"/>
                </a:moveTo>
                <a:lnTo>
                  <a:pt x="4130552" y="0"/>
                </a:lnTo>
                <a:lnTo>
                  <a:pt x="4130552" y="2162907"/>
                </a:lnTo>
                <a:lnTo>
                  <a:pt x="0" y="21629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>
            <a:off x="-947345" y="7559729"/>
            <a:ext cx="14084680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14752958" y="4046836"/>
            <a:ext cx="1264644" cy="1161892"/>
          </a:xfrm>
          <a:custGeom>
            <a:avLst/>
            <a:gdLst/>
            <a:ahLst/>
            <a:cxnLst/>
            <a:rect l="l" t="t" r="r" b="b"/>
            <a:pathLst>
              <a:path w="1264644" h="1161892">
                <a:moveTo>
                  <a:pt x="0" y="0"/>
                </a:moveTo>
                <a:lnTo>
                  <a:pt x="1264644" y="0"/>
                </a:lnTo>
                <a:lnTo>
                  <a:pt x="1264644" y="1161892"/>
                </a:lnTo>
                <a:lnTo>
                  <a:pt x="0" y="116189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14036514" y="5376631"/>
            <a:ext cx="2926132" cy="2516473"/>
          </a:xfrm>
          <a:prstGeom prst="rect">
            <a:avLst/>
          </a:prstGeom>
        </p:spPr>
      </p:pic>
      <p:sp>
        <p:nvSpPr>
          <p:cNvPr id="13" name="Freeform 13"/>
          <p:cNvSpPr/>
          <p:nvPr/>
        </p:nvSpPr>
        <p:spPr>
          <a:xfrm rot="-10800000">
            <a:off x="14010304" y="6577525"/>
            <a:ext cx="4462370" cy="3865528"/>
          </a:xfrm>
          <a:custGeom>
            <a:avLst/>
            <a:gdLst/>
            <a:ahLst/>
            <a:cxnLst/>
            <a:rect l="l" t="t" r="r" b="b"/>
            <a:pathLst>
              <a:path w="4462370" h="3865528">
                <a:moveTo>
                  <a:pt x="0" y="0"/>
                </a:moveTo>
                <a:lnTo>
                  <a:pt x="4462370" y="0"/>
                </a:lnTo>
                <a:lnTo>
                  <a:pt x="4462370" y="3865528"/>
                </a:lnTo>
                <a:lnTo>
                  <a:pt x="0" y="386552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94721" y="3021570"/>
            <a:ext cx="13081309" cy="2392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6"/>
              </a:lnSpc>
            </a:pPr>
            <a:r>
              <a:rPr lang="en-US" sz="8084" b="1">
                <a:solidFill>
                  <a:srgbClr val="211E1E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TASKTRACK: An Assignment Tracker App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00041" y="7835954"/>
            <a:ext cx="627598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11E1E"/>
                </a:solidFill>
                <a:latin typeface="Fredoka"/>
                <a:ea typeface="Fredoka"/>
                <a:cs typeface="Fredoka"/>
                <a:sym typeface="Fredoka"/>
              </a:rPr>
              <a:t>Presented by: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600041" y="8403601"/>
            <a:ext cx="6275989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11E1E"/>
                </a:solidFill>
                <a:latin typeface="Poppins"/>
                <a:ea typeface="Poppins"/>
                <a:cs typeface="Poppins"/>
                <a:sym typeface="Poppins"/>
              </a:rPr>
              <a:t>Rayen Leigh C. Elecho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00041" y="8860801"/>
            <a:ext cx="6275989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11E1E"/>
                </a:solidFill>
                <a:latin typeface="Poppins"/>
                <a:ea typeface="Poppins"/>
                <a:cs typeface="Poppins"/>
                <a:sym typeface="Poppins"/>
              </a:rPr>
              <a:t>Jerriel Aljamz L. Salih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4721" y="5740079"/>
            <a:ext cx="10687700" cy="124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6"/>
              </a:lnSpc>
            </a:pPr>
            <a:r>
              <a:rPr lang="en-US" sz="4117" i="1">
                <a:solidFill>
                  <a:srgbClr val="211E1E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 Web App for Student Assignment &amp; Deadline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C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692732" y="809768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860029" y="1872572"/>
            <a:ext cx="12754597" cy="2594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40"/>
              </a:lnSpc>
            </a:pPr>
            <a:r>
              <a:rPr lang="en-US" sz="9932" b="1">
                <a:solidFill>
                  <a:srgbClr val="211E1E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What is TaskTrack?</a:t>
            </a:r>
          </a:p>
        </p:txBody>
      </p:sp>
      <p:sp>
        <p:nvSpPr>
          <p:cNvPr id="4" name="Freeform 4"/>
          <p:cNvSpPr/>
          <p:nvPr/>
        </p:nvSpPr>
        <p:spPr>
          <a:xfrm rot="-1709639">
            <a:off x="-439855" y="7983482"/>
            <a:ext cx="2937111" cy="3179943"/>
          </a:xfrm>
          <a:custGeom>
            <a:avLst/>
            <a:gdLst/>
            <a:ahLst/>
            <a:cxnLst/>
            <a:rect l="l" t="t" r="r" b="b"/>
            <a:pathLst>
              <a:path w="2937111" h="3179943">
                <a:moveTo>
                  <a:pt x="0" y="0"/>
                </a:moveTo>
                <a:lnTo>
                  <a:pt x="2937110" y="0"/>
                </a:lnTo>
                <a:lnTo>
                  <a:pt x="2937110" y="3179943"/>
                </a:lnTo>
                <a:lnTo>
                  <a:pt x="0" y="31799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3984554" y="-440739"/>
            <a:ext cx="4750130" cy="4114800"/>
          </a:xfrm>
          <a:custGeom>
            <a:avLst/>
            <a:gdLst/>
            <a:ahLst/>
            <a:cxnLst/>
            <a:rect l="l" t="t" r="r" b="b"/>
            <a:pathLst>
              <a:path w="4750130" h="4114800">
                <a:moveTo>
                  <a:pt x="4750130" y="0"/>
                </a:moveTo>
                <a:lnTo>
                  <a:pt x="0" y="0"/>
                </a:lnTo>
                <a:lnTo>
                  <a:pt x="0" y="4114800"/>
                </a:lnTo>
                <a:lnTo>
                  <a:pt x="4750130" y="4114800"/>
                </a:lnTo>
                <a:lnTo>
                  <a:pt x="475013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>
            <a:off x="11624720" y="158080"/>
            <a:ext cx="912240" cy="2004923"/>
          </a:xfrm>
          <a:custGeom>
            <a:avLst/>
            <a:gdLst/>
            <a:ahLst/>
            <a:cxnLst/>
            <a:rect l="l" t="t" r="r" b="b"/>
            <a:pathLst>
              <a:path w="912240" h="2004923">
                <a:moveTo>
                  <a:pt x="0" y="0"/>
                </a:moveTo>
                <a:lnTo>
                  <a:pt x="912239" y="0"/>
                </a:lnTo>
                <a:lnTo>
                  <a:pt x="912239" y="2004922"/>
                </a:lnTo>
                <a:lnTo>
                  <a:pt x="0" y="2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 flipV="1">
            <a:off x="5860029" y="4857173"/>
            <a:ext cx="12427971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16418775" y="1028700"/>
            <a:ext cx="986788" cy="1649645"/>
          </a:xfrm>
          <a:custGeom>
            <a:avLst/>
            <a:gdLst/>
            <a:ahLst/>
            <a:cxnLst/>
            <a:rect l="l" t="t" r="r" b="b"/>
            <a:pathLst>
              <a:path w="986788" h="1649645">
                <a:moveTo>
                  <a:pt x="0" y="0"/>
                </a:moveTo>
                <a:lnTo>
                  <a:pt x="986788" y="0"/>
                </a:lnTo>
                <a:lnTo>
                  <a:pt x="986788" y="1649645"/>
                </a:lnTo>
                <a:lnTo>
                  <a:pt x="0" y="16496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828821" y="-1276835"/>
            <a:ext cx="2553670" cy="2553670"/>
          </a:xfrm>
          <a:custGeom>
            <a:avLst/>
            <a:gdLst/>
            <a:ahLst/>
            <a:cxnLst/>
            <a:rect l="l" t="t" r="r" b="b"/>
            <a:pathLst>
              <a:path w="2553670" h="2553670">
                <a:moveTo>
                  <a:pt x="0" y="0"/>
                </a:moveTo>
                <a:lnTo>
                  <a:pt x="2553670" y="0"/>
                </a:lnTo>
                <a:lnTo>
                  <a:pt x="2553670" y="2553670"/>
                </a:lnTo>
                <a:lnTo>
                  <a:pt x="0" y="25536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3807089" y="2081061"/>
            <a:ext cx="9193063" cy="6124878"/>
          </a:xfrm>
          <a:custGeom>
            <a:avLst/>
            <a:gdLst/>
            <a:ahLst/>
            <a:cxnLst/>
            <a:rect l="l" t="t" r="r" b="b"/>
            <a:pathLst>
              <a:path w="9193063" h="6124878">
                <a:moveTo>
                  <a:pt x="0" y="0"/>
                </a:moveTo>
                <a:lnTo>
                  <a:pt x="9193063" y="0"/>
                </a:lnTo>
                <a:lnTo>
                  <a:pt x="9193063" y="6124878"/>
                </a:lnTo>
                <a:lnTo>
                  <a:pt x="0" y="612487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860029" y="5447498"/>
            <a:ext cx="11052139" cy="2758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899" i="1" spc="-77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TaskTrack is a web application designed to help students organize assignments, track due dates, and reduce stress caused by poor time management. 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791988" y="3924002"/>
            <a:ext cx="6794078" cy="6242059"/>
          </a:xfrm>
          <a:custGeom>
            <a:avLst/>
            <a:gdLst/>
            <a:ahLst/>
            <a:cxnLst/>
            <a:rect l="l" t="t" r="r" b="b"/>
            <a:pathLst>
              <a:path w="6794078" h="6242059">
                <a:moveTo>
                  <a:pt x="0" y="0"/>
                </a:moveTo>
                <a:lnTo>
                  <a:pt x="6794078" y="0"/>
                </a:lnTo>
                <a:lnTo>
                  <a:pt x="6794078" y="6242059"/>
                </a:lnTo>
                <a:lnTo>
                  <a:pt x="0" y="62420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692732" y="809768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635711"/>
            <a:ext cx="12754597" cy="2594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40"/>
              </a:lnSpc>
            </a:pPr>
            <a:r>
              <a:rPr lang="en-US" sz="9932" b="1">
                <a:solidFill>
                  <a:srgbClr val="211E1E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Why Did We Create TaskTrack?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8037840"/>
            <a:ext cx="10049678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48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This leads to poor grades, low productivity, and higher stress levels. </a:t>
            </a:r>
          </a:p>
        </p:txBody>
      </p:sp>
      <p:sp>
        <p:nvSpPr>
          <p:cNvPr id="6" name="Freeform 6"/>
          <p:cNvSpPr/>
          <p:nvPr/>
        </p:nvSpPr>
        <p:spPr>
          <a:xfrm rot="-1709639">
            <a:off x="-439855" y="7983482"/>
            <a:ext cx="2937111" cy="3179943"/>
          </a:xfrm>
          <a:custGeom>
            <a:avLst/>
            <a:gdLst/>
            <a:ahLst/>
            <a:cxnLst/>
            <a:rect l="l" t="t" r="r" b="b"/>
            <a:pathLst>
              <a:path w="2937111" h="3179943">
                <a:moveTo>
                  <a:pt x="0" y="0"/>
                </a:moveTo>
                <a:lnTo>
                  <a:pt x="2937110" y="0"/>
                </a:lnTo>
                <a:lnTo>
                  <a:pt x="2937110" y="3179943"/>
                </a:lnTo>
                <a:lnTo>
                  <a:pt x="0" y="31799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3984554" y="-440739"/>
            <a:ext cx="4750130" cy="4114800"/>
          </a:xfrm>
          <a:custGeom>
            <a:avLst/>
            <a:gdLst/>
            <a:ahLst/>
            <a:cxnLst/>
            <a:rect l="l" t="t" r="r" b="b"/>
            <a:pathLst>
              <a:path w="4750130" h="4114800">
                <a:moveTo>
                  <a:pt x="4750130" y="0"/>
                </a:moveTo>
                <a:lnTo>
                  <a:pt x="0" y="0"/>
                </a:lnTo>
                <a:lnTo>
                  <a:pt x="0" y="4114800"/>
                </a:lnTo>
                <a:lnTo>
                  <a:pt x="4750130" y="4114800"/>
                </a:lnTo>
                <a:lnTo>
                  <a:pt x="475013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400000">
            <a:off x="11624720" y="158080"/>
            <a:ext cx="912240" cy="2004923"/>
          </a:xfrm>
          <a:custGeom>
            <a:avLst/>
            <a:gdLst/>
            <a:ahLst/>
            <a:cxnLst/>
            <a:rect l="l" t="t" r="r" b="b"/>
            <a:pathLst>
              <a:path w="912240" h="2004923">
                <a:moveTo>
                  <a:pt x="0" y="0"/>
                </a:moveTo>
                <a:lnTo>
                  <a:pt x="912239" y="0"/>
                </a:lnTo>
                <a:lnTo>
                  <a:pt x="912239" y="2004922"/>
                </a:lnTo>
                <a:lnTo>
                  <a:pt x="0" y="2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>
            <a:off x="-2292691" y="4608829"/>
            <a:ext cx="14084680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0" name="Freeform 10"/>
          <p:cNvSpPr/>
          <p:nvPr/>
        </p:nvSpPr>
        <p:spPr>
          <a:xfrm>
            <a:off x="16418775" y="1028700"/>
            <a:ext cx="986788" cy="1649645"/>
          </a:xfrm>
          <a:custGeom>
            <a:avLst/>
            <a:gdLst/>
            <a:ahLst/>
            <a:cxnLst/>
            <a:rect l="l" t="t" r="r" b="b"/>
            <a:pathLst>
              <a:path w="986788" h="1649645">
                <a:moveTo>
                  <a:pt x="0" y="0"/>
                </a:moveTo>
                <a:lnTo>
                  <a:pt x="986788" y="0"/>
                </a:lnTo>
                <a:lnTo>
                  <a:pt x="986788" y="1649645"/>
                </a:lnTo>
                <a:lnTo>
                  <a:pt x="0" y="164964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828821" y="-1276835"/>
            <a:ext cx="2553670" cy="2553670"/>
          </a:xfrm>
          <a:custGeom>
            <a:avLst/>
            <a:gdLst/>
            <a:ahLst/>
            <a:cxnLst/>
            <a:rect l="l" t="t" r="r" b="b"/>
            <a:pathLst>
              <a:path w="2553670" h="2553670">
                <a:moveTo>
                  <a:pt x="0" y="0"/>
                </a:moveTo>
                <a:lnTo>
                  <a:pt x="2553670" y="0"/>
                </a:lnTo>
                <a:lnTo>
                  <a:pt x="2553670" y="2553670"/>
                </a:lnTo>
                <a:lnTo>
                  <a:pt x="0" y="25536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5010915"/>
            <a:ext cx="9227930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 spc="-5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Many students struggle with: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5756617"/>
            <a:ext cx="11052139" cy="1995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i="1" spc="-55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Managing multiple tasks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i="1" spc="-55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Forgetting deadlines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i="1" spc="-55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Submitting late work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i="1" spc="-55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Getting stressed due to disorganization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15128" y="7938477"/>
            <a:ext cx="363250" cy="309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spc="-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C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294152" y="4933125"/>
            <a:ext cx="14084680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339747" y="5074490"/>
            <a:ext cx="5002756" cy="2810639"/>
          </a:xfrm>
          <a:custGeom>
            <a:avLst/>
            <a:gdLst/>
            <a:ahLst/>
            <a:cxnLst/>
            <a:rect l="l" t="t" r="r" b="b"/>
            <a:pathLst>
              <a:path w="5002756" h="2810639">
                <a:moveTo>
                  <a:pt x="0" y="0"/>
                </a:moveTo>
                <a:lnTo>
                  <a:pt x="5002756" y="0"/>
                </a:lnTo>
                <a:lnTo>
                  <a:pt x="5002756" y="2810639"/>
                </a:lnTo>
                <a:lnTo>
                  <a:pt x="0" y="28106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 flipH="1">
            <a:off x="0" y="6727298"/>
            <a:ext cx="4906637" cy="4250374"/>
          </a:xfrm>
          <a:custGeom>
            <a:avLst/>
            <a:gdLst/>
            <a:ahLst/>
            <a:cxnLst/>
            <a:rect l="l" t="t" r="r" b="b"/>
            <a:pathLst>
              <a:path w="4906637" h="4250374">
                <a:moveTo>
                  <a:pt x="4906637" y="0"/>
                </a:moveTo>
                <a:lnTo>
                  <a:pt x="0" y="0"/>
                </a:lnTo>
                <a:lnTo>
                  <a:pt x="0" y="4250375"/>
                </a:lnTo>
                <a:lnTo>
                  <a:pt x="4906637" y="4250375"/>
                </a:lnTo>
                <a:lnTo>
                  <a:pt x="490663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828821" y="-1276835"/>
            <a:ext cx="2943703" cy="2943703"/>
          </a:xfrm>
          <a:custGeom>
            <a:avLst/>
            <a:gdLst/>
            <a:ahLst/>
            <a:cxnLst/>
            <a:rect l="l" t="t" r="r" b="b"/>
            <a:pathLst>
              <a:path w="2943703" h="2943703">
                <a:moveTo>
                  <a:pt x="0" y="0"/>
                </a:moveTo>
                <a:lnTo>
                  <a:pt x="2943703" y="0"/>
                </a:lnTo>
                <a:lnTo>
                  <a:pt x="2943703" y="2943703"/>
                </a:lnTo>
                <a:lnTo>
                  <a:pt x="0" y="29437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1621488" y="-222966"/>
            <a:ext cx="4130552" cy="2162907"/>
          </a:xfrm>
          <a:custGeom>
            <a:avLst/>
            <a:gdLst/>
            <a:ahLst/>
            <a:cxnLst/>
            <a:rect l="l" t="t" r="r" b="b"/>
            <a:pathLst>
              <a:path w="4130552" h="2162907">
                <a:moveTo>
                  <a:pt x="0" y="0"/>
                </a:moveTo>
                <a:lnTo>
                  <a:pt x="4130552" y="0"/>
                </a:lnTo>
                <a:lnTo>
                  <a:pt x="4130552" y="2162907"/>
                </a:lnTo>
                <a:lnTo>
                  <a:pt x="0" y="21629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400000">
            <a:off x="15598859" y="58943"/>
            <a:ext cx="912240" cy="2004923"/>
          </a:xfrm>
          <a:custGeom>
            <a:avLst/>
            <a:gdLst/>
            <a:ahLst/>
            <a:cxnLst/>
            <a:rect l="l" t="t" r="r" b="b"/>
            <a:pathLst>
              <a:path w="912240" h="2004923">
                <a:moveTo>
                  <a:pt x="0" y="0"/>
                </a:moveTo>
                <a:lnTo>
                  <a:pt x="912240" y="0"/>
                </a:lnTo>
                <a:lnTo>
                  <a:pt x="912240" y="2004923"/>
                </a:lnTo>
                <a:lnTo>
                  <a:pt x="0" y="200492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400000">
            <a:off x="6021436" y="8507613"/>
            <a:ext cx="912240" cy="2004923"/>
          </a:xfrm>
          <a:custGeom>
            <a:avLst/>
            <a:gdLst/>
            <a:ahLst/>
            <a:cxnLst/>
            <a:rect l="l" t="t" r="r" b="b"/>
            <a:pathLst>
              <a:path w="912240" h="2004923">
                <a:moveTo>
                  <a:pt x="0" y="0"/>
                </a:moveTo>
                <a:lnTo>
                  <a:pt x="912239" y="0"/>
                </a:lnTo>
                <a:lnTo>
                  <a:pt x="912239" y="2004923"/>
                </a:lnTo>
                <a:lnTo>
                  <a:pt x="0" y="200492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28094" y="334605"/>
            <a:ext cx="986788" cy="1649645"/>
          </a:xfrm>
          <a:custGeom>
            <a:avLst/>
            <a:gdLst/>
            <a:ahLst/>
            <a:cxnLst/>
            <a:rect l="l" t="t" r="r" b="b"/>
            <a:pathLst>
              <a:path w="986788" h="1649645">
                <a:moveTo>
                  <a:pt x="0" y="0"/>
                </a:moveTo>
                <a:lnTo>
                  <a:pt x="986788" y="0"/>
                </a:lnTo>
                <a:lnTo>
                  <a:pt x="986788" y="1649644"/>
                </a:lnTo>
                <a:lnTo>
                  <a:pt x="0" y="16496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342503" y="5489768"/>
            <a:ext cx="672251" cy="1123824"/>
          </a:xfrm>
          <a:custGeom>
            <a:avLst/>
            <a:gdLst/>
            <a:ahLst/>
            <a:cxnLst/>
            <a:rect l="l" t="t" r="r" b="b"/>
            <a:pathLst>
              <a:path w="672251" h="1123824">
                <a:moveTo>
                  <a:pt x="0" y="0"/>
                </a:moveTo>
                <a:lnTo>
                  <a:pt x="672251" y="0"/>
                </a:lnTo>
                <a:lnTo>
                  <a:pt x="672251" y="1123824"/>
                </a:lnTo>
                <a:lnTo>
                  <a:pt x="0" y="11238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245920" y="2409504"/>
            <a:ext cx="5312197" cy="3333404"/>
          </a:xfrm>
          <a:custGeom>
            <a:avLst/>
            <a:gdLst/>
            <a:ahLst/>
            <a:cxnLst/>
            <a:rect l="l" t="t" r="r" b="b"/>
            <a:pathLst>
              <a:path w="5312197" h="3333404">
                <a:moveTo>
                  <a:pt x="0" y="0"/>
                </a:moveTo>
                <a:lnTo>
                  <a:pt x="5312198" y="0"/>
                </a:lnTo>
                <a:lnTo>
                  <a:pt x="5312198" y="3333404"/>
                </a:lnTo>
                <a:lnTo>
                  <a:pt x="0" y="333340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041923" y="5259113"/>
            <a:ext cx="10242085" cy="4455307"/>
          </a:xfrm>
          <a:custGeom>
            <a:avLst/>
            <a:gdLst/>
            <a:ahLst/>
            <a:cxnLst/>
            <a:rect l="l" t="t" r="r" b="b"/>
            <a:pathLst>
              <a:path w="10242085" h="4455307">
                <a:moveTo>
                  <a:pt x="0" y="0"/>
                </a:moveTo>
                <a:lnTo>
                  <a:pt x="10242085" y="0"/>
                </a:lnTo>
                <a:lnTo>
                  <a:pt x="10242085" y="4455307"/>
                </a:lnTo>
                <a:lnTo>
                  <a:pt x="0" y="445530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49000"/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477556" y="1816116"/>
            <a:ext cx="11370820" cy="3970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en-US" sz="9302" b="1" dirty="0">
                <a:solidFill>
                  <a:srgbClr val="211E1E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What </a:t>
            </a:r>
            <a:r>
              <a:rPr lang="en-US" sz="9302" b="1" dirty="0" err="1">
                <a:solidFill>
                  <a:srgbClr val="211E1E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TaskTrack</a:t>
            </a:r>
            <a:r>
              <a:rPr lang="en-US" sz="9302" b="1" dirty="0">
                <a:solidFill>
                  <a:srgbClr val="211E1E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 Aims to Achieve</a:t>
            </a:r>
          </a:p>
          <a:p>
            <a:pPr algn="l">
              <a:lnSpc>
                <a:spcPts val="9674"/>
              </a:lnSpc>
            </a:pPr>
            <a:endParaRPr lang="en-US" sz="9302" b="1" dirty="0">
              <a:solidFill>
                <a:srgbClr val="211E1E"/>
              </a:solidFill>
              <a:latin typeface="Agrandir Heavy"/>
              <a:ea typeface="Agrandir Heavy"/>
              <a:cs typeface="Agrandir Heavy"/>
              <a:sym typeface="Agrandir Heavy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149807" y="5425969"/>
            <a:ext cx="4916772" cy="10845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24"/>
              </a:lnSpc>
            </a:pPr>
            <a:r>
              <a:rPr lang="en-PH" sz="2000" dirty="0"/>
              <a:t>To allow users to enter and store assignment details such as subject, task, and due date.</a:t>
            </a:r>
            <a:endParaRPr lang="en-US" sz="2000" i="1" spc="-64" dirty="0">
              <a:solidFill>
                <a:srgbClr val="000000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351968" y="5425970"/>
            <a:ext cx="4916773" cy="10995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24"/>
              </a:lnSpc>
            </a:pPr>
            <a:r>
              <a:rPr lang="en-PH" sz="2400" dirty="0"/>
              <a:t>To automatically arrange assignments based on their due dates.</a:t>
            </a:r>
            <a:endParaRPr lang="en-US" sz="2400" i="1" spc="-64" dirty="0">
              <a:solidFill>
                <a:srgbClr val="000000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149807" y="7164859"/>
            <a:ext cx="4916772" cy="10770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24"/>
              </a:lnSpc>
            </a:pPr>
            <a:r>
              <a:rPr lang="en-PH" dirty="0"/>
              <a:t>To compute and display the number of days left before each assignment is due.</a:t>
            </a:r>
            <a:endParaRPr lang="en-US" i="1" spc="-64" dirty="0">
              <a:solidFill>
                <a:srgbClr val="000000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517564" y="7164859"/>
            <a:ext cx="4916772" cy="110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PH" sz="2400" dirty="0"/>
              <a:t>To show reminders for assignments that are due within a set number of days.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34200" y="8572500"/>
            <a:ext cx="10546048" cy="11443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24"/>
              </a:lnSpc>
            </a:pPr>
            <a:r>
              <a:rPr lang="en-PH" sz="3600" dirty="0"/>
              <a:t>To save assignment data locally so it is not lost after closing the program.</a:t>
            </a:r>
            <a:endParaRPr lang="en-US" sz="3231" i="1" spc="-64" dirty="0">
              <a:solidFill>
                <a:srgbClr val="000000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27345" y="1614320"/>
            <a:ext cx="9233023" cy="6163043"/>
          </a:xfrm>
          <a:custGeom>
            <a:avLst/>
            <a:gdLst/>
            <a:ahLst/>
            <a:cxnLst/>
            <a:rect l="l" t="t" r="r" b="b"/>
            <a:pathLst>
              <a:path w="9233023" h="6163043">
                <a:moveTo>
                  <a:pt x="0" y="0"/>
                </a:moveTo>
                <a:lnTo>
                  <a:pt x="9233024" y="0"/>
                </a:lnTo>
                <a:lnTo>
                  <a:pt x="9233024" y="6163043"/>
                </a:lnTo>
                <a:lnTo>
                  <a:pt x="0" y="61630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3537870" y="6526082"/>
            <a:ext cx="4750130" cy="4114800"/>
          </a:xfrm>
          <a:custGeom>
            <a:avLst/>
            <a:gdLst/>
            <a:ahLst/>
            <a:cxnLst/>
            <a:rect l="l" t="t" r="r" b="b"/>
            <a:pathLst>
              <a:path w="4750130" h="4114800">
                <a:moveTo>
                  <a:pt x="0" y="0"/>
                </a:moveTo>
                <a:lnTo>
                  <a:pt x="4750130" y="0"/>
                </a:lnTo>
                <a:lnTo>
                  <a:pt x="47501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7878655">
            <a:off x="14255899" y="-222351"/>
            <a:ext cx="6006802" cy="3145380"/>
          </a:xfrm>
          <a:custGeom>
            <a:avLst/>
            <a:gdLst/>
            <a:ahLst/>
            <a:cxnLst/>
            <a:rect l="l" t="t" r="r" b="b"/>
            <a:pathLst>
              <a:path w="6006802" h="3145380">
                <a:moveTo>
                  <a:pt x="0" y="0"/>
                </a:moveTo>
                <a:lnTo>
                  <a:pt x="6006802" y="0"/>
                </a:lnTo>
                <a:lnTo>
                  <a:pt x="6006802" y="3145380"/>
                </a:lnTo>
                <a:lnTo>
                  <a:pt x="0" y="31453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447225" y="525517"/>
            <a:ext cx="986788" cy="1649645"/>
          </a:xfrm>
          <a:custGeom>
            <a:avLst/>
            <a:gdLst/>
            <a:ahLst/>
            <a:cxnLst/>
            <a:rect l="l" t="t" r="r" b="b"/>
            <a:pathLst>
              <a:path w="986788" h="1649645">
                <a:moveTo>
                  <a:pt x="0" y="0"/>
                </a:moveTo>
                <a:lnTo>
                  <a:pt x="986787" y="0"/>
                </a:lnTo>
                <a:lnTo>
                  <a:pt x="986787" y="1649644"/>
                </a:lnTo>
                <a:lnTo>
                  <a:pt x="0" y="16496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253942">
            <a:off x="-138399" y="8121048"/>
            <a:ext cx="2937111" cy="3179943"/>
          </a:xfrm>
          <a:custGeom>
            <a:avLst/>
            <a:gdLst/>
            <a:ahLst/>
            <a:cxnLst/>
            <a:rect l="l" t="t" r="r" b="b"/>
            <a:pathLst>
              <a:path w="2937111" h="3179943">
                <a:moveTo>
                  <a:pt x="0" y="0"/>
                </a:moveTo>
                <a:lnTo>
                  <a:pt x="2937110" y="0"/>
                </a:lnTo>
                <a:lnTo>
                  <a:pt x="2937110" y="3179943"/>
                </a:lnTo>
                <a:lnTo>
                  <a:pt x="0" y="317994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400000">
            <a:off x="1407966" y="-108242"/>
            <a:ext cx="912240" cy="2004923"/>
          </a:xfrm>
          <a:custGeom>
            <a:avLst/>
            <a:gdLst/>
            <a:ahLst/>
            <a:cxnLst/>
            <a:rect l="l" t="t" r="r" b="b"/>
            <a:pathLst>
              <a:path w="912240" h="2004923">
                <a:moveTo>
                  <a:pt x="0" y="0"/>
                </a:moveTo>
                <a:lnTo>
                  <a:pt x="912240" y="0"/>
                </a:lnTo>
                <a:lnTo>
                  <a:pt x="912240" y="2004922"/>
                </a:lnTo>
                <a:lnTo>
                  <a:pt x="0" y="2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400000">
            <a:off x="10698288" y="7805210"/>
            <a:ext cx="1299500" cy="2856044"/>
          </a:xfrm>
          <a:custGeom>
            <a:avLst/>
            <a:gdLst/>
            <a:ahLst/>
            <a:cxnLst/>
            <a:rect l="l" t="t" r="r" b="b"/>
            <a:pathLst>
              <a:path w="1299500" h="2856044">
                <a:moveTo>
                  <a:pt x="0" y="0"/>
                </a:moveTo>
                <a:lnTo>
                  <a:pt x="1299500" y="0"/>
                </a:lnTo>
                <a:lnTo>
                  <a:pt x="1299500" y="2856044"/>
                </a:lnTo>
                <a:lnTo>
                  <a:pt x="0" y="28560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635401" y="-20574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36165" y="2945257"/>
            <a:ext cx="8756645" cy="5823169"/>
          </a:xfrm>
          <a:custGeom>
            <a:avLst/>
            <a:gdLst/>
            <a:ahLst/>
            <a:cxnLst/>
            <a:rect l="l" t="t" r="r" b="b"/>
            <a:pathLst>
              <a:path w="8756645" h="5823169">
                <a:moveTo>
                  <a:pt x="0" y="0"/>
                </a:moveTo>
                <a:lnTo>
                  <a:pt x="8756645" y="0"/>
                </a:lnTo>
                <a:lnTo>
                  <a:pt x="8756645" y="5823169"/>
                </a:lnTo>
                <a:lnTo>
                  <a:pt x="0" y="58231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736205" y="3030404"/>
            <a:ext cx="643185" cy="643185"/>
          </a:xfrm>
          <a:custGeom>
            <a:avLst/>
            <a:gdLst/>
            <a:ahLst/>
            <a:cxnLst/>
            <a:rect l="l" t="t" r="r" b="b"/>
            <a:pathLst>
              <a:path w="643185" h="643185">
                <a:moveTo>
                  <a:pt x="0" y="0"/>
                </a:moveTo>
                <a:lnTo>
                  <a:pt x="643185" y="0"/>
                </a:lnTo>
                <a:lnTo>
                  <a:pt x="643185" y="643185"/>
                </a:lnTo>
                <a:lnTo>
                  <a:pt x="0" y="64318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250558" y="3030404"/>
            <a:ext cx="643185" cy="643185"/>
          </a:xfrm>
          <a:custGeom>
            <a:avLst/>
            <a:gdLst/>
            <a:ahLst/>
            <a:cxnLst/>
            <a:rect l="l" t="t" r="r" b="b"/>
            <a:pathLst>
              <a:path w="643185" h="643185">
                <a:moveTo>
                  <a:pt x="0" y="0"/>
                </a:moveTo>
                <a:lnTo>
                  <a:pt x="643185" y="0"/>
                </a:lnTo>
                <a:lnTo>
                  <a:pt x="643185" y="643185"/>
                </a:lnTo>
                <a:lnTo>
                  <a:pt x="0" y="64318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2745730" y="5459049"/>
            <a:ext cx="643185" cy="643185"/>
          </a:xfrm>
          <a:custGeom>
            <a:avLst/>
            <a:gdLst/>
            <a:ahLst/>
            <a:cxnLst/>
            <a:rect l="l" t="t" r="r" b="b"/>
            <a:pathLst>
              <a:path w="643185" h="643185">
                <a:moveTo>
                  <a:pt x="0" y="0"/>
                </a:moveTo>
                <a:lnTo>
                  <a:pt x="643185" y="0"/>
                </a:lnTo>
                <a:lnTo>
                  <a:pt x="643185" y="643185"/>
                </a:lnTo>
                <a:lnTo>
                  <a:pt x="0" y="64318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250558" y="5459049"/>
            <a:ext cx="643185" cy="643185"/>
          </a:xfrm>
          <a:custGeom>
            <a:avLst/>
            <a:gdLst/>
            <a:ahLst/>
            <a:cxnLst/>
            <a:rect l="l" t="t" r="r" b="b"/>
            <a:pathLst>
              <a:path w="643185" h="643185">
                <a:moveTo>
                  <a:pt x="0" y="0"/>
                </a:moveTo>
                <a:lnTo>
                  <a:pt x="643185" y="0"/>
                </a:lnTo>
                <a:lnTo>
                  <a:pt x="643185" y="643185"/>
                </a:lnTo>
                <a:lnTo>
                  <a:pt x="0" y="64318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4992895" y="8053160"/>
            <a:ext cx="643185" cy="643185"/>
          </a:xfrm>
          <a:custGeom>
            <a:avLst/>
            <a:gdLst/>
            <a:ahLst/>
            <a:cxnLst/>
            <a:rect l="l" t="t" r="r" b="b"/>
            <a:pathLst>
              <a:path w="643185" h="643185">
                <a:moveTo>
                  <a:pt x="0" y="0"/>
                </a:moveTo>
                <a:lnTo>
                  <a:pt x="643185" y="0"/>
                </a:lnTo>
                <a:lnTo>
                  <a:pt x="643185" y="643184"/>
                </a:lnTo>
                <a:lnTo>
                  <a:pt x="0" y="64318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28700" y="1841183"/>
            <a:ext cx="5909677" cy="99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69"/>
              </a:lnSpc>
            </a:pPr>
            <a:r>
              <a:rPr lang="en-US" sz="6670" b="1">
                <a:solidFill>
                  <a:srgbClr val="211E1E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Key Features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30156" y="4072357"/>
            <a:ext cx="3700839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1" spc="-60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Add &amp; Manage</a:t>
            </a:r>
          </a:p>
          <a:p>
            <a:pPr algn="l">
              <a:lnSpc>
                <a:spcPts val="4200"/>
              </a:lnSpc>
            </a:pPr>
            <a:r>
              <a:rPr lang="en-US" sz="3000" i="1" spc="-60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Assignments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826506" y="4073217"/>
            <a:ext cx="3700839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1" spc="-60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Automatic Deadline Sorting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30156" y="6384027"/>
            <a:ext cx="3700839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1" spc="-60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Reminder Notifications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826506" y="6390308"/>
            <a:ext cx="3700839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1" spc="-60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Local Storage</a:t>
            </a:r>
          </a:p>
          <a:p>
            <a:pPr algn="l">
              <a:lnSpc>
                <a:spcPts val="4200"/>
              </a:lnSpc>
            </a:pPr>
            <a:endParaRPr lang="en-US" sz="3000" i="1" spc="-60">
              <a:solidFill>
                <a:srgbClr val="000000"/>
              </a:solidFill>
              <a:latin typeface="Poppins Light Italics"/>
              <a:ea typeface="Poppins Light Italics"/>
              <a:cs typeface="Poppins Light Italics"/>
              <a:sym typeface="Poppins Light Italic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5826506" y="7101577"/>
            <a:ext cx="3700839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i="1" spc="-39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Data saved even after closing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379390" y="9012927"/>
            <a:ext cx="4297536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1" spc="-60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Simple User Interface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C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294152" y="4933125"/>
            <a:ext cx="14084680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78379" y="1666868"/>
            <a:ext cx="4393266" cy="2927013"/>
          </a:xfrm>
          <a:custGeom>
            <a:avLst/>
            <a:gdLst/>
            <a:ahLst/>
            <a:cxnLst/>
            <a:rect l="l" t="t" r="r" b="b"/>
            <a:pathLst>
              <a:path w="4393266" h="2927013">
                <a:moveTo>
                  <a:pt x="0" y="0"/>
                </a:moveTo>
                <a:lnTo>
                  <a:pt x="4393266" y="0"/>
                </a:lnTo>
                <a:lnTo>
                  <a:pt x="4393266" y="2927014"/>
                </a:lnTo>
                <a:lnTo>
                  <a:pt x="0" y="2927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87367" y="4252894"/>
            <a:ext cx="2268243" cy="4214641"/>
          </a:xfrm>
          <a:custGeom>
            <a:avLst/>
            <a:gdLst/>
            <a:ahLst/>
            <a:cxnLst/>
            <a:rect l="l" t="t" r="r" b="b"/>
            <a:pathLst>
              <a:path w="2268243" h="4214641">
                <a:moveTo>
                  <a:pt x="0" y="0"/>
                </a:moveTo>
                <a:lnTo>
                  <a:pt x="2268243" y="0"/>
                </a:lnTo>
                <a:lnTo>
                  <a:pt x="2268243" y="4214641"/>
                </a:lnTo>
                <a:lnTo>
                  <a:pt x="0" y="42146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>
            <a:off x="-640881" y="6676993"/>
            <a:ext cx="4906637" cy="4250374"/>
          </a:xfrm>
          <a:custGeom>
            <a:avLst/>
            <a:gdLst/>
            <a:ahLst/>
            <a:cxnLst/>
            <a:rect l="l" t="t" r="r" b="b"/>
            <a:pathLst>
              <a:path w="4906637" h="4250374">
                <a:moveTo>
                  <a:pt x="4906637" y="0"/>
                </a:moveTo>
                <a:lnTo>
                  <a:pt x="0" y="0"/>
                </a:lnTo>
                <a:lnTo>
                  <a:pt x="0" y="4250374"/>
                </a:lnTo>
                <a:lnTo>
                  <a:pt x="4906637" y="4250374"/>
                </a:lnTo>
                <a:lnTo>
                  <a:pt x="490663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828821" y="-1276835"/>
            <a:ext cx="2943703" cy="2943703"/>
          </a:xfrm>
          <a:custGeom>
            <a:avLst/>
            <a:gdLst/>
            <a:ahLst/>
            <a:cxnLst/>
            <a:rect l="l" t="t" r="r" b="b"/>
            <a:pathLst>
              <a:path w="2943703" h="2943703">
                <a:moveTo>
                  <a:pt x="0" y="0"/>
                </a:moveTo>
                <a:lnTo>
                  <a:pt x="2943703" y="0"/>
                </a:lnTo>
                <a:lnTo>
                  <a:pt x="2943703" y="2943703"/>
                </a:lnTo>
                <a:lnTo>
                  <a:pt x="0" y="29437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>
            <a:off x="776085" y="-653294"/>
            <a:ext cx="4130552" cy="2162907"/>
          </a:xfrm>
          <a:custGeom>
            <a:avLst/>
            <a:gdLst/>
            <a:ahLst/>
            <a:cxnLst/>
            <a:rect l="l" t="t" r="r" b="b"/>
            <a:pathLst>
              <a:path w="4130552" h="2162907">
                <a:moveTo>
                  <a:pt x="0" y="0"/>
                </a:moveTo>
                <a:lnTo>
                  <a:pt x="4130552" y="0"/>
                </a:lnTo>
                <a:lnTo>
                  <a:pt x="4130552" y="2162907"/>
                </a:lnTo>
                <a:lnTo>
                  <a:pt x="0" y="216290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400000">
            <a:off x="15598859" y="58943"/>
            <a:ext cx="912240" cy="2004923"/>
          </a:xfrm>
          <a:custGeom>
            <a:avLst/>
            <a:gdLst/>
            <a:ahLst/>
            <a:cxnLst/>
            <a:rect l="l" t="t" r="r" b="b"/>
            <a:pathLst>
              <a:path w="912240" h="2004923">
                <a:moveTo>
                  <a:pt x="0" y="0"/>
                </a:moveTo>
                <a:lnTo>
                  <a:pt x="912240" y="0"/>
                </a:lnTo>
                <a:lnTo>
                  <a:pt x="912240" y="2004923"/>
                </a:lnTo>
                <a:lnTo>
                  <a:pt x="0" y="200492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5400000">
            <a:off x="6561095" y="8255839"/>
            <a:ext cx="912240" cy="2004923"/>
          </a:xfrm>
          <a:custGeom>
            <a:avLst/>
            <a:gdLst/>
            <a:ahLst/>
            <a:cxnLst/>
            <a:rect l="l" t="t" r="r" b="b"/>
            <a:pathLst>
              <a:path w="912240" h="2004923">
                <a:moveTo>
                  <a:pt x="0" y="0"/>
                </a:moveTo>
                <a:lnTo>
                  <a:pt x="912240" y="0"/>
                </a:lnTo>
                <a:lnTo>
                  <a:pt x="912240" y="2004922"/>
                </a:lnTo>
                <a:lnTo>
                  <a:pt x="0" y="2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919850" y="8634857"/>
            <a:ext cx="986788" cy="1649645"/>
          </a:xfrm>
          <a:custGeom>
            <a:avLst/>
            <a:gdLst/>
            <a:ahLst/>
            <a:cxnLst/>
            <a:rect l="l" t="t" r="r" b="b"/>
            <a:pathLst>
              <a:path w="986788" h="1649645">
                <a:moveTo>
                  <a:pt x="0" y="0"/>
                </a:moveTo>
                <a:lnTo>
                  <a:pt x="986787" y="0"/>
                </a:lnTo>
                <a:lnTo>
                  <a:pt x="986787" y="1649645"/>
                </a:lnTo>
                <a:lnTo>
                  <a:pt x="0" y="164964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471645" y="605285"/>
            <a:ext cx="672251" cy="1123824"/>
          </a:xfrm>
          <a:custGeom>
            <a:avLst/>
            <a:gdLst/>
            <a:ahLst/>
            <a:cxnLst/>
            <a:rect l="l" t="t" r="r" b="b"/>
            <a:pathLst>
              <a:path w="672251" h="1123824">
                <a:moveTo>
                  <a:pt x="0" y="0"/>
                </a:moveTo>
                <a:lnTo>
                  <a:pt x="672251" y="0"/>
                </a:lnTo>
                <a:lnTo>
                  <a:pt x="672251" y="1123824"/>
                </a:lnTo>
                <a:lnTo>
                  <a:pt x="0" y="112382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841361" y="4825173"/>
            <a:ext cx="897399" cy="1679446"/>
          </a:xfrm>
          <a:custGeom>
            <a:avLst/>
            <a:gdLst/>
            <a:ahLst/>
            <a:cxnLst/>
            <a:rect l="l" t="t" r="r" b="b"/>
            <a:pathLst>
              <a:path w="897399" h="1679446">
                <a:moveTo>
                  <a:pt x="0" y="0"/>
                </a:moveTo>
                <a:lnTo>
                  <a:pt x="897399" y="0"/>
                </a:lnTo>
                <a:lnTo>
                  <a:pt x="897399" y="1679445"/>
                </a:lnTo>
                <a:lnTo>
                  <a:pt x="0" y="167944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477556" y="1816116"/>
            <a:ext cx="11370820" cy="3970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en-US" sz="9302" b="1">
                <a:solidFill>
                  <a:srgbClr val="211E1E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User Inputs &amp; System Outputs</a:t>
            </a:r>
          </a:p>
          <a:p>
            <a:pPr algn="l">
              <a:lnSpc>
                <a:spcPts val="9674"/>
              </a:lnSpc>
            </a:pPr>
            <a:endParaRPr lang="en-US" sz="9302" b="1">
              <a:solidFill>
                <a:srgbClr val="211E1E"/>
              </a:solidFill>
              <a:latin typeface="Agrandir Heavy"/>
              <a:ea typeface="Agrandir Heavy"/>
              <a:cs typeface="Agrandir Heavy"/>
              <a:sym typeface="Agrandir Heavy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590236" y="5426204"/>
            <a:ext cx="3597331" cy="625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 spc="-6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User Inputs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94152" y="6409368"/>
            <a:ext cx="5558037" cy="1728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7688" lvl="1" indent="-348844" algn="l">
              <a:lnSpc>
                <a:spcPts val="4524"/>
              </a:lnSpc>
              <a:buFont typeface="Arial"/>
              <a:buChar char="•"/>
            </a:pPr>
            <a:r>
              <a:rPr lang="en-US" sz="3231" i="1" spc="-64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Subject name</a:t>
            </a:r>
          </a:p>
          <a:p>
            <a:pPr marL="697688" lvl="1" indent="-348844" algn="l">
              <a:lnSpc>
                <a:spcPts val="4524"/>
              </a:lnSpc>
              <a:buFont typeface="Arial"/>
              <a:buChar char="•"/>
            </a:pPr>
            <a:r>
              <a:rPr lang="en-US" sz="3231" i="1" spc="-64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Task description</a:t>
            </a:r>
          </a:p>
          <a:p>
            <a:pPr marL="697688" lvl="1" indent="-348844" algn="l">
              <a:lnSpc>
                <a:spcPts val="4524"/>
              </a:lnSpc>
              <a:buFont typeface="Arial"/>
              <a:buChar char="•"/>
            </a:pPr>
            <a:r>
              <a:rPr lang="en-US" sz="3231" i="1" spc="-64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Due date (MM-DD-YYYY)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586422" y="5426204"/>
            <a:ext cx="3597331" cy="625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 spc="-6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Outputs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290339" y="6409368"/>
            <a:ext cx="5558037" cy="1728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7688" lvl="1" indent="-348844" algn="l">
              <a:lnSpc>
                <a:spcPts val="4524"/>
              </a:lnSpc>
              <a:buFont typeface="Arial"/>
              <a:buChar char="•"/>
            </a:pPr>
            <a:r>
              <a:rPr lang="en-US" sz="3231" i="1" spc="-64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Sorted task list</a:t>
            </a:r>
          </a:p>
          <a:p>
            <a:pPr marL="697688" lvl="1" indent="-348844" algn="l">
              <a:lnSpc>
                <a:spcPts val="4524"/>
              </a:lnSpc>
              <a:buFont typeface="Arial"/>
              <a:buChar char="•"/>
            </a:pPr>
            <a:r>
              <a:rPr lang="en-US" sz="3231" i="1" spc="-64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Days left until deadlines</a:t>
            </a:r>
          </a:p>
          <a:p>
            <a:pPr marL="697688" lvl="1" indent="-348844" algn="l">
              <a:lnSpc>
                <a:spcPts val="4524"/>
              </a:lnSpc>
              <a:buFont typeface="Arial"/>
              <a:buChar char="•"/>
            </a:pPr>
            <a:r>
              <a:rPr lang="en-US" sz="3231" i="1" spc="-64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Reminder notifications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86422" y="8410385"/>
            <a:ext cx="5497086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spc="-4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Example: "CS-2 Project is due in 3 days."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4956429" y="4822780"/>
            <a:ext cx="4373184" cy="2289958"/>
          </a:xfrm>
          <a:custGeom>
            <a:avLst/>
            <a:gdLst/>
            <a:ahLst/>
            <a:cxnLst/>
            <a:rect l="l" t="t" r="r" b="b"/>
            <a:pathLst>
              <a:path w="4373184" h="2289958">
                <a:moveTo>
                  <a:pt x="0" y="0"/>
                </a:moveTo>
                <a:lnTo>
                  <a:pt x="4373184" y="0"/>
                </a:lnTo>
                <a:lnTo>
                  <a:pt x="4373184" y="2289958"/>
                </a:lnTo>
                <a:lnTo>
                  <a:pt x="0" y="2289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2153194" y="3562092"/>
            <a:ext cx="14084680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 flipH="1">
            <a:off x="13283080" y="-792470"/>
            <a:ext cx="5004920" cy="4335512"/>
          </a:xfrm>
          <a:custGeom>
            <a:avLst/>
            <a:gdLst/>
            <a:ahLst/>
            <a:cxnLst/>
            <a:rect l="l" t="t" r="r" b="b"/>
            <a:pathLst>
              <a:path w="5004920" h="4335512">
                <a:moveTo>
                  <a:pt x="5004920" y="0"/>
                </a:moveTo>
                <a:lnTo>
                  <a:pt x="0" y="0"/>
                </a:lnTo>
                <a:lnTo>
                  <a:pt x="0" y="4335512"/>
                </a:lnTo>
                <a:lnTo>
                  <a:pt x="5004920" y="4335512"/>
                </a:lnTo>
                <a:lnTo>
                  <a:pt x="500492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272512" y="1418733"/>
            <a:ext cx="986788" cy="1649645"/>
          </a:xfrm>
          <a:custGeom>
            <a:avLst/>
            <a:gdLst/>
            <a:ahLst/>
            <a:cxnLst/>
            <a:rect l="l" t="t" r="r" b="b"/>
            <a:pathLst>
              <a:path w="986788" h="1649645">
                <a:moveTo>
                  <a:pt x="0" y="0"/>
                </a:moveTo>
                <a:lnTo>
                  <a:pt x="986788" y="0"/>
                </a:lnTo>
                <a:lnTo>
                  <a:pt x="986788" y="1649645"/>
                </a:lnTo>
                <a:lnTo>
                  <a:pt x="0" y="16496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>
            <a:off x="10739962" y="-159141"/>
            <a:ext cx="912240" cy="2004923"/>
          </a:xfrm>
          <a:custGeom>
            <a:avLst/>
            <a:gdLst/>
            <a:ahLst/>
            <a:cxnLst/>
            <a:rect l="l" t="t" r="r" b="b"/>
            <a:pathLst>
              <a:path w="912240" h="2004923">
                <a:moveTo>
                  <a:pt x="0" y="0"/>
                </a:moveTo>
                <a:lnTo>
                  <a:pt x="912240" y="0"/>
                </a:lnTo>
                <a:lnTo>
                  <a:pt x="912240" y="2004922"/>
                </a:lnTo>
                <a:lnTo>
                  <a:pt x="0" y="2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400000">
            <a:off x="262004" y="8310989"/>
            <a:ext cx="912240" cy="2004923"/>
          </a:xfrm>
          <a:custGeom>
            <a:avLst/>
            <a:gdLst/>
            <a:ahLst/>
            <a:cxnLst/>
            <a:rect l="l" t="t" r="r" b="b"/>
            <a:pathLst>
              <a:path w="912240" h="2004923">
                <a:moveTo>
                  <a:pt x="0" y="0"/>
                </a:moveTo>
                <a:lnTo>
                  <a:pt x="912240" y="0"/>
                </a:lnTo>
                <a:lnTo>
                  <a:pt x="912240" y="2004923"/>
                </a:lnTo>
                <a:lnTo>
                  <a:pt x="0" y="20049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210667" y="-1854786"/>
            <a:ext cx="3101481" cy="3101481"/>
          </a:xfrm>
          <a:custGeom>
            <a:avLst/>
            <a:gdLst/>
            <a:ahLst/>
            <a:cxnLst/>
            <a:rect l="l" t="t" r="r" b="b"/>
            <a:pathLst>
              <a:path w="3101481" h="3101481">
                <a:moveTo>
                  <a:pt x="0" y="0"/>
                </a:moveTo>
                <a:lnTo>
                  <a:pt x="3101481" y="0"/>
                </a:lnTo>
                <a:lnTo>
                  <a:pt x="3101481" y="3101481"/>
                </a:lnTo>
                <a:lnTo>
                  <a:pt x="0" y="310148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>
            <a:off x="340074" y="5008613"/>
            <a:ext cx="4918254" cy="0"/>
          </a:xfrm>
          <a:prstGeom prst="line">
            <a:avLst/>
          </a:prstGeom>
          <a:ln w="857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5709931" y="5008613"/>
            <a:ext cx="4918254" cy="0"/>
          </a:xfrm>
          <a:prstGeom prst="line">
            <a:avLst/>
          </a:prstGeom>
          <a:ln w="857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11079788" y="5008613"/>
            <a:ext cx="4918254" cy="0"/>
          </a:xfrm>
          <a:prstGeom prst="line">
            <a:avLst/>
          </a:prstGeom>
          <a:ln w="857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340074" y="7048036"/>
            <a:ext cx="7389711" cy="0"/>
          </a:xfrm>
          <a:prstGeom prst="line">
            <a:avLst/>
          </a:prstGeom>
          <a:ln w="857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8629232" y="7048036"/>
            <a:ext cx="7389711" cy="0"/>
          </a:xfrm>
          <a:prstGeom prst="line">
            <a:avLst/>
          </a:prstGeom>
          <a:ln w="857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Freeform 14"/>
          <p:cNvSpPr/>
          <p:nvPr/>
        </p:nvSpPr>
        <p:spPr>
          <a:xfrm>
            <a:off x="2554294" y="4274209"/>
            <a:ext cx="643185" cy="643185"/>
          </a:xfrm>
          <a:custGeom>
            <a:avLst/>
            <a:gdLst/>
            <a:ahLst/>
            <a:cxnLst/>
            <a:rect l="l" t="t" r="r" b="b"/>
            <a:pathLst>
              <a:path w="643185" h="643185">
                <a:moveTo>
                  <a:pt x="0" y="0"/>
                </a:moveTo>
                <a:lnTo>
                  <a:pt x="643184" y="0"/>
                </a:lnTo>
                <a:lnTo>
                  <a:pt x="643184" y="643185"/>
                </a:lnTo>
                <a:lnTo>
                  <a:pt x="0" y="64318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7900497" y="4274209"/>
            <a:ext cx="643185" cy="643185"/>
          </a:xfrm>
          <a:custGeom>
            <a:avLst/>
            <a:gdLst/>
            <a:ahLst/>
            <a:cxnLst/>
            <a:rect l="l" t="t" r="r" b="b"/>
            <a:pathLst>
              <a:path w="643185" h="643185">
                <a:moveTo>
                  <a:pt x="0" y="0"/>
                </a:moveTo>
                <a:lnTo>
                  <a:pt x="643184" y="0"/>
                </a:lnTo>
                <a:lnTo>
                  <a:pt x="643184" y="643185"/>
                </a:lnTo>
                <a:lnTo>
                  <a:pt x="0" y="64318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3246699" y="4274209"/>
            <a:ext cx="643185" cy="643185"/>
          </a:xfrm>
          <a:custGeom>
            <a:avLst/>
            <a:gdLst/>
            <a:ahLst/>
            <a:cxnLst/>
            <a:rect l="l" t="t" r="r" b="b"/>
            <a:pathLst>
              <a:path w="643185" h="643185">
                <a:moveTo>
                  <a:pt x="0" y="0"/>
                </a:moveTo>
                <a:lnTo>
                  <a:pt x="643185" y="0"/>
                </a:lnTo>
                <a:lnTo>
                  <a:pt x="643185" y="643185"/>
                </a:lnTo>
                <a:lnTo>
                  <a:pt x="0" y="64318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3577656" y="6308808"/>
            <a:ext cx="643185" cy="643185"/>
          </a:xfrm>
          <a:custGeom>
            <a:avLst/>
            <a:gdLst/>
            <a:ahLst/>
            <a:cxnLst/>
            <a:rect l="l" t="t" r="r" b="b"/>
            <a:pathLst>
              <a:path w="643185" h="643185">
                <a:moveTo>
                  <a:pt x="0" y="0"/>
                </a:moveTo>
                <a:lnTo>
                  <a:pt x="643184" y="0"/>
                </a:lnTo>
                <a:lnTo>
                  <a:pt x="643184" y="643184"/>
                </a:lnTo>
                <a:lnTo>
                  <a:pt x="0" y="64318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1931486" y="6308808"/>
            <a:ext cx="643185" cy="643185"/>
          </a:xfrm>
          <a:custGeom>
            <a:avLst/>
            <a:gdLst/>
            <a:ahLst/>
            <a:cxnLst/>
            <a:rect l="l" t="t" r="r" b="b"/>
            <a:pathLst>
              <a:path w="643185" h="643185">
                <a:moveTo>
                  <a:pt x="0" y="0"/>
                </a:moveTo>
                <a:lnTo>
                  <a:pt x="643184" y="0"/>
                </a:lnTo>
                <a:lnTo>
                  <a:pt x="643184" y="643184"/>
                </a:lnTo>
                <a:lnTo>
                  <a:pt x="0" y="64318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761939" y="1699490"/>
            <a:ext cx="10763288" cy="1489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40"/>
              </a:lnSpc>
            </a:pPr>
            <a:r>
              <a:rPr lang="en-US" sz="9932" b="1">
                <a:solidFill>
                  <a:srgbClr val="211E1E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Logic Flow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18124" y="5254675"/>
            <a:ext cx="4315524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-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User adds assignment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846371" y="5222925"/>
            <a:ext cx="4603573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-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System saves to local storage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410530" y="5222925"/>
            <a:ext cx="4315524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-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Tasks auto-sort by due date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41486" y="7262349"/>
            <a:ext cx="4315524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-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Days left are calculated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650132" y="7262349"/>
            <a:ext cx="7096822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-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Reminder appears for near deadlines</a:t>
            </a:r>
          </a:p>
        </p:txBody>
      </p:sp>
      <p:sp>
        <p:nvSpPr>
          <p:cNvPr id="25" name="Freeform 25"/>
          <p:cNvSpPr/>
          <p:nvPr/>
        </p:nvSpPr>
        <p:spPr>
          <a:xfrm>
            <a:off x="14137642" y="7329024"/>
            <a:ext cx="3295795" cy="2957976"/>
          </a:xfrm>
          <a:custGeom>
            <a:avLst/>
            <a:gdLst/>
            <a:ahLst/>
            <a:cxnLst/>
            <a:rect l="l" t="t" r="r" b="b"/>
            <a:pathLst>
              <a:path w="3295795" h="2957976">
                <a:moveTo>
                  <a:pt x="0" y="0"/>
                </a:moveTo>
                <a:lnTo>
                  <a:pt x="3295796" y="0"/>
                </a:lnTo>
                <a:lnTo>
                  <a:pt x="3295796" y="2957976"/>
                </a:lnTo>
                <a:lnTo>
                  <a:pt x="0" y="295797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C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89678" y="1094619"/>
            <a:ext cx="10027640" cy="991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01"/>
              </a:lnSpc>
            </a:pPr>
            <a:r>
              <a:rPr lang="en-US" sz="6593" b="1">
                <a:solidFill>
                  <a:srgbClr val="211E1E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Logic Plan </a:t>
            </a:r>
            <a:r>
              <a:rPr lang="en-US" sz="6593" b="1" i="1">
                <a:solidFill>
                  <a:srgbClr val="211E1E"/>
                </a:solidFill>
                <a:latin typeface="Agrandir Heavy Italics"/>
                <a:ea typeface="Agrandir Heavy Italics"/>
                <a:cs typeface="Agrandir Heavy Italics"/>
                <a:sym typeface="Agrandir Heavy Italics"/>
              </a:rPr>
              <a:t>(Flowchart)</a:t>
            </a:r>
          </a:p>
        </p:txBody>
      </p:sp>
      <p:sp>
        <p:nvSpPr>
          <p:cNvPr id="3" name="Freeform 3"/>
          <p:cNvSpPr/>
          <p:nvPr/>
        </p:nvSpPr>
        <p:spPr>
          <a:xfrm>
            <a:off x="-781083" y="-1722524"/>
            <a:ext cx="4750130" cy="4114800"/>
          </a:xfrm>
          <a:custGeom>
            <a:avLst/>
            <a:gdLst/>
            <a:ahLst/>
            <a:cxnLst/>
            <a:rect l="l" t="t" r="r" b="b"/>
            <a:pathLst>
              <a:path w="4750130" h="4114800">
                <a:moveTo>
                  <a:pt x="0" y="0"/>
                </a:moveTo>
                <a:lnTo>
                  <a:pt x="4750130" y="0"/>
                </a:lnTo>
                <a:lnTo>
                  <a:pt x="47501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67485" y="1261638"/>
            <a:ext cx="986788" cy="1649645"/>
          </a:xfrm>
          <a:custGeom>
            <a:avLst/>
            <a:gdLst/>
            <a:ahLst/>
            <a:cxnLst/>
            <a:rect l="l" t="t" r="r" b="b"/>
            <a:pathLst>
              <a:path w="986788" h="1649645">
                <a:moveTo>
                  <a:pt x="0" y="0"/>
                </a:moveTo>
                <a:lnTo>
                  <a:pt x="986787" y="0"/>
                </a:lnTo>
                <a:lnTo>
                  <a:pt x="986787" y="1649644"/>
                </a:lnTo>
                <a:lnTo>
                  <a:pt x="0" y="1649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600936" y="-1438688"/>
            <a:ext cx="4934775" cy="4934775"/>
          </a:xfrm>
          <a:custGeom>
            <a:avLst/>
            <a:gdLst/>
            <a:ahLst/>
            <a:cxnLst/>
            <a:rect l="l" t="t" r="r" b="b"/>
            <a:pathLst>
              <a:path w="4934775" h="4934775">
                <a:moveTo>
                  <a:pt x="0" y="0"/>
                </a:moveTo>
                <a:lnTo>
                  <a:pt x="4934775" y="0"/>
                </a:lnTo>
                <a:lnTo>
                  <a:pt x="4934775" y="4934776"/>
                </a:lnTo>
                <a:lnTo>
                  <a:pt x="0" y="49347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13791509" y="-577130"/>
            <a:ext cx="4130552" cy="2162907"/>
          </a:xfrm>
          <a:custGeom>
            <a:avLst/>
            <a:gdLst/>
            <a:ahLst/>
            <a:cxnLst/>
            <a:rect l="l" t="t" r="r" b="b"/>
            <a:pathLst>
              <a:path w="4130552" h="2162907">
                <a:moveTo>
                  <a:pt x="0" y="0"/>
                </a:moveTo>
                <a:lnTo>
                  <a:pt x="4130552" y="0"/>
                </a:lnTo>
                <a:lnTo>
                  <a:pt x="4130552" y="2162907"/>
                </a:lnTo>
                <a:lnTo>
                  <a:pt x="0" y="21629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530572" y="2162528"/>
            <a:ext cx="11260937" cy="7829416"/>
          </a:xfrm>
          <a:custGeom>
            <a:avLst/>
            <a:gdLst/>
            <a:ahLst/>
            <a:cxnLst/>
            <a:rect l="l" t="t" r="r" b="b"/>
            <a:pathLst>
              <a:path w="11260937" h="7829416">
                <a:moveTo>
                  <a:pt x="0" y="0"/>
                </a:moveTo>
                <a:lnTo>
                  <a:pt x="11260937" y="0"/>
                </a:lnTo>
                <a:lnTo>
                  <a:pt x="11260937" y="7829415"/>
                </a:lnTo>
                <a:lnTo>
                  <a:pt x="0" y="782941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6504" r="-7927" b="-6431"/>
            </a:stretch>
          </a:blipFill>
        </p:spPr>
      </p:sp>
      <p:sp>
        <p:nvSpPr>
          <p:cNvPr id="8" name="Freeform 8"/>
          <p:cNvSpPr/>
          <p:nvPr/>
        </p:nvSpPr>
        <p:spPr>
          <a:xfrm rot="-5400000">
            <a:off x="13628827" y="1731202"/>
            <a:ext cx="1103811" cy="2425959"/>
          </a:xfrm>
          <a:custGeom>
            <a:avLst/>
            <a:gdLst/>
            <a:ahLst/>
            <a:cxnLst/>
            <a:rect l="l" t="t" r="r" b="b"/>
            <a:pathLst>
              <a:path w="1103811" h="2425959">
                <a:moveTo>
                  <a:pt x="0" y="0"/>
                </a:moveTo>
                <a:lnTo>
                  <a:pt x="1103811" y="0"/>
                </a:lnTo>
                <a:lnTo>
                  <a:pt x="1103811" y="2425960"/>
                </a:lnTo>
                <a:lnTo>
                  <a:pt x="0" y="242596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5400000">
            <a:off x="1575041" y="8255839"/>
            <a:ext cx="912240" cy="2004923"/>
          </a:xfrm>
          <a:custGeom>
            <a:avLst/>
            <a:gdLst/>
            <a:ahLst/>
            <a:cxnLst/>
            <a:rect l="l" t="t" r="r" b="b"/>
            <a:pathLst>
              <a:path w="912240" h="2004923">
                <a:moveTo>
                  <a:pt x="0" y="0"/>
                </a:moveTo>
                <a:lnTo>
                  <a:pt x="912240" y="0"/>
                </a:lnTo>
                <a:lnTo>
                  <a:pt x="912240" y="2004922"/>
                </a:lnTo>
                <a:lnTo>
                  <a:pt x="0" y="2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3182593" y="5977271"/>
            <a:ext cx="5302085" cy="4592931"/>
          </a:xfrm>
          <a:custGeom>
            <a:avLst/>
            <a:gdLst/>
            <a:ahLst/>
            <a:cxnLst/>
            <a:rect l="l" t="t" r="r" b="b"/>
            <a:pathLst>
              <a:path w="5302085" h="4592931">
                <a:moveTo>
                  <a:pt x="0" y="0"/>
                </a:moveTo>
                <a:lnTo>
                  <a:pt x="5302085" y="0"/>
                </a:lnTo>
                <a:lnTo>
                  <a:pt x="5302085" y="4592931"/>
                </a:lnTo>
                <a:lnTo>
                  <a:pt x="0" y="459293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495783" y="4764071"/>
            <a:ext cx="2280337" cy="2143517"/>
          </a:xfrm>
          <a:custGeom>
            <a:avLst/>
            <a:gdLst/>
            <a:ahLst/>
            <a:cxnLst/>
            <a:rect l="l" t="t" r="r" b="b"/>
            <a:pathLst>
              <a:path w="2280337" h="2143517">
                <a:moveTo>
                  <a:pt x="0" y="0"/>
                </a:moveTo>
                <a:lnTo>
                  <a:pt x="2280337" y="0"/>
                </a:lnTo>
                <a:lnTo>
                  <a:pt x="2280337" y="2143517"/>
                </a:lnTo>
                <a:lnTo>
                  <a:pt x="0" y="214351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03068" y="6587372"/>
            <a:ext cx="1515621" cy="1686365"/>
          </a:xfrm>
          <a:custGeom>
            <a:avLst/>
            <a:gdLst/>
            <a:ahLst/>
            <a:cxnLst/>
            <a:rect l="l" t="t" r="r" b="b"/>
            <a:pathLst>
              <a:path w="1515621" h="1686365">
                <a:moveTo>
                  <a:pt x="0" y="0"/>
                </a:moveTo>
                <a:lnTo>
                  <a:pt x="1515621" y="0"/>
                </a:lnTo>
                <a:lnTo>
                  <a:pt x="1515621" y="1686365"/>
                </a:lnTo>
                <a:lnTo>
                  <a:pt x="0" y="168636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385014" y="5162485"/>
            <a:ext cx="11866364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-373553" y="-367608"/>
            <a:ext cx="4590548" cy="3976562"/>
          </a:xfrm>
          <a:custGeom>
            <a:avLst/>
            <a:gdLst/>
            <a:ahLst/>
            <a:cxnLst/>
            <a:rect l="l" t="t" r="r" b="b"/>
            <a:pathLst>
              <a:path w="4590548" h="3976562">
                <a:moveTo>
                  <a:pt x="0" y="0"/>
                </a:moveTo>
                <a:lnTo>
                  <a:pt x="4590548" y="0"/>
                </a:lnTo>
                <a:lnTo>
                  <a:pt x="4590548" y="3976562"/>
                </a:lnTo>
                <a:lnTo>
                  <a:pt x="0" y="3976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5140413" y="162092"/>
            <a:ext cx="912240" cy="2004923"/>
          </a:xfrm>
          <a:custGeom>
            <a:avLst/>
            <a:gdLst/>
            <a:ahLst/>
            <a:cxnLst/>
            <a:rect l="l" t="t" r="r" b="b"/>
            <a:pathLst>
              <a:path w="912240" h="2004923">
                <a:moveTo>
                  <a:pt x="0" y="0"/>
                </a:moveTo>
                <a:lnTo>
                  <a:pt x="912240" y="0"/>
                </a:lnTo>
                <a:lnTo>
                  <a:pt x="912240" y="2004922"/>
                </a:lnTo>
                <a:lnTo>
                  <a:pt x="0" y="2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6083224" y="8255839"/>
            <a:ext cx="912240" cy="2004923"/>
          </a:xfrm>
          <a:custGeom>
            <a:avLst/>
            <a:gdLst/>
            <a:ahLst/>
            <a:cxnLst/>
            <a:rect l="l" t="t" r="r" b="b"/>
            <a:pathLst>
              <a:path w="912240" h="2004923">
                <a:moveTo>
                  <a:pt x="0" y="0"/>
                </a:moveTo>
                <a:lnTo>
                  <a:pt x="912240" y="0"/>
                </a:lnTo>
                <a:lnTo>
                  <a:pt x="912240" y="2004922"/>
                </a:lnTo>
                <a:lnTo>
                  <a:pt x="0" y="2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73553" y="3273575"/>
            <a:ext cx="3561107" cy="5345001"/>
          </a:xfrm>
          <a:custGeom>
            <a:avLst/>
            <a:gdLst/>
            <a:ahLst/>
            <a:cxnLst/>
            <a:rect l="l" t="t" r="r" b="b"/>
            <a:pathLst>
              <a:path w="3561107" h="5345001">
                <a:moveTo>
                  <a:pt x="0" y="0"/>
                </a:moveTo>
                <a:lnTo>
                  <a:pt x="3561107" y="0"/>
                </a:lnTo>
                <a:lnTo>
                  <a:pt x="3561107" y="5345001"/>
                </a:lnTo>
                <a:lnTo>
                  <a:pt x="0" y="53450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7956307">
            <a:off x="21431" y="8008652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0" y="0"/>
                </a:moveTo>
                <a:lnTo>
                  <a:pt x="3800579" y="0"/>
                </a:lnTo>
                <a:lnTo>
                  <a:pt x="38005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975548" y="1164553"/>
            <a:ext cx="986788" cy="1649645"/>
          </a:xfrm>
          <a:custGeom>
            <a:avLst/>
            <a:gdLst/>
            <a:ahLst/>
            <a:cxnLst/>
            <a:rect l="l" t="t" r="r" b="b"/>
            <a:pathLst>
              <a:path w="986788" h="1649645">
                <a:moveTo>
                  <a:pt x="0" y="0"/>
                </a:moveTo>
                <a:lnTo>
                  <a:pt x="986788" y="0"/>
                </a:lnTo>
                <a:lnTo>
                  <a:pt x="986788" y="1649645"/>
                </a:lnTo>
                <a:lnTo>
                  <a:pt x="0" y="164964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14474068" y="-367608"/>
            <a:ext cx="4130552" cy="2162907"/>
          </a:xfrm>
          <a:custGeom>
            <a:avLst/>
            <a:gdLst/>
            <a:ahLst/>
            <a:cxnLst/>
            <a:rect l="l" t="t" r="r" b="b"/>
            <a:pathLst>
              <a:path w="4130552" h="2162907">
                <a:moveTo>
                  <a:pt x="0" y="0"/>
                </a:moveTo>
                <a:lnTo>
                  <a:pt x="4130552" y="0"/>
                </a:lnTo>
                <a:lnTo>
                  <a:pt x="4130552" y="2162907"/>
                </a:lnTo>
                <a:lnTo>
                  <a:pt x="0" y="216290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468942" y="5880987"/>
            <a:ext cx="14635949" cy="2524701"/>
          </a:xfrm>
          <a:custGeom>
            <a:avLst/>
            <a:gdLst/>
            <a:ahLst/>
            <a:cxnLst/>
            <a:rect l="l" t="t" r="r" b="b"/>
            <a:pathLst>
              <a:path w="14635949" h="2524701">
                <a:moveTo>
                  <a:pt x="0" y="0"/>
                </a:moveTo>
                <a:lnTo>
                  <a:pt x="14635949" y="0"/>
                </a:lnTo>
                <a:lnTo>
                  <a:pt x="14635949" y="2524701"/>
                </a:lnTo>
                <a:lnTo>
                  <a:pt x="0" y="252470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>
          <a:xfrm>
            <a:off x="3232841" y="3273575"/>
            <a:ext cx="1361230" cy="1599096"/>
          </a:xfrm>
          <a:custGeom>
            <a:avLst/>
            <a:gdLst/>
            <a:ahLst/>
            <a:cxnLst/>
            <a:rect l="l" t="t" r="r" b="b"/>
            <a:pathLst>
              <a:path w="1361230" h="1599096">
                <a:moveTo>
                  <a:pt x="0" y="0"/>
                </a:moveTo>
                <a:lnTo>
                  <a:pt x="1361231" y="0"/>
                </a:lnTo>
                <a:lnTo>
                  <a:pt x="1361231" y="1599095"/>
                </a:lnTo>
                <a:lnTo>
                  <a:pt x="0" y="159909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216995" y="2181697"/>
            <a:ext cx="12767314" cy="3699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740"/>
              </a:lnSpc>
            </a:pPr>
            <a:r>
              <a:rPr lang="en-US" sz="9932" b="1">
                <a:solidFill>
                  <a:srgbClr val="211E1E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Why Students Will Love TaskTrack</a:t>
            </a:r>
          </a:p>
          <a:p>
            <a:pPr algn="r">
              <a:lnSpc>
                <a:spcPts val="8740"/>
              </a:lnSpc>
            </a:pPr>
            <a:endParaRPr lang="en-US" sz="9932" b="1">
              <a:solidFill>
                <a:srgbClr val="211E1E"/>
              </a:solidFill>
              <a:latin typeface="Agrandir Heavy"/>
              <a:ea typeface="Agrandir Heavy"/>
              <a:cs typeface="Agrandir Heavy"/>
              <a:sym typeface="Agrandir Heavy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662935" y="6323808"/>
            <a:ext cx="4315524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-49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Avoids Late Submissions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629155" y="6323808"/>
            <a:ext cx="4315524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-49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Reduces Stress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592379" y="6104733"/>
            <a:ext cx="4315524" cy="879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-49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Improves Time Management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316306" y="7689305"/>
            <a:ext cx="4315524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-49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Easy to Use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28476" y="7689305"/>
            <a:ext cx="4315524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-49" dirty="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Keeps Workload Visible </a:t>
            </a:r>
            <a:r>
              <a:rPr lang="en-US" sz="2499" spc="-49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³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C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667337" y="-72825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901872" y="560607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0" y="0"/>
                </a:moveTo>
                <a:lnTo>
                  <a:pt x="3800579" y="0"/>
                </a:lnTo>
                <a:lnTo>
                  <a:pt x="38005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-2592632" y="4107497"/>
            <a:ext cx="11225466" cy="1905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 rot="-10800000">
            <a:off x="776085" y="-653294"/>
            <a:ext cx="4130552" cy="2162907"/>
          </a:xfrm>
          <a:custGeom>
            <a:avLst/>
            <a:gdLst/>
            <a:ahLst/>
            <a:cxnLst/>
            <a:rect l="l" t="t" r="r" b="b"/>
            <a:pathLst>
              <a:path w="4130552" h="2162907">
                <a:moveTo>
                  <a:pt x="0" y="0"/>
                </a:moveTo>
                <a:lnTo>
                  <a:pt x="4130552" y="0"/>
                </a:lnTo>
                <a:lnTo>
                  <a:pt x="4130552" y="2162907"/>
                </a:lnTo>
                <a:lnTo>
                  <a:pt x="0" y="21629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>
            <a:off x="10413737" y="7830278"/>
            <a:ext cx="1299500" cy="2856044"/>
          </a:xfrm>
          <a:custGeom>
            <a:avLst/>
            <a:gdLst/>
            <a:ahLst/>
            <a:cxnLst/>
            <a:rect l="l" t="t" r="r" b="b"/>
            <a:pathLst>
              <a:path w="1299500" h="2856044">
                <a:moveTo>
                  <a:pt x="0" y="0"/>
                </a:moveTo>
                <a:lnTo>
                  <a:pt x="1299500" y="0"/>
                </a:lnTo>
                <a:lnTo>
                  <a:pt x="1299500" y="2856044"/>
                </a:lnTo>
                <a:lnTo>
                  <a:pt x="0" y="28560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400000">
            <a:off x="11841759" y="81591"/>
            <a:ext cx="1299500" cy="2856044"/>
          </a:xfrm>
          <a:custGeom>
            <a:avLst/>
            <a:gdLst/>
            <a:ahLst/>
            <a:cxnLst/>
            <a:rect l="l" t="t" r="r" b="b"/>
            <a:pathLst>
              <a:path w="1299500" h="2856044">
                <a:moveTo>
                  <a:pt x="0" y="0"/>
                </a:moveTo>
                <a:lnTo>
                  <a:pt x="1299500" y="0"/>
                </a:lnTo>
                <a:lnTo>
                  <a:pt x="1299500" y="2856044"/>
                </a:lnTo>
                <a:lnTo>
                  <a:pt x="0" y="28560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H="1">
            <a:off x="-269894" y="8200480"/>
            <a:ext cx="2762694" cy="2393184"/>
          </a:xfrm>
          <a:custGeom>
            <a:avLst/>
            <a:gdLst/>
            <a:ahLst/>
            <a:cxnLst/>
            <a:rect l="l" t="t" r="r" b="b"/>
            <a:pathLst>
              <a:path w="2762694" h="2393184">
                <a:moveTo>
                  <a:pt x="2762695" y="0"/>
                </a:moveTo>
                <a:lnTo>
                  <a:pt x="0" y="0"/>
                </a:lnTo>
                <a:lnTo>
                  <a:pt x="0" y="2393184"/>
                </a:lnTo>
                <a:lnTo>
                  <a:pt x="2762695" y="2393184"/>
                </a:lnTo>
                <a:lnTo>
                  <a:pt x="2762695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754605" y="3363434"/>
            <a:ext cx="5473808" cy="2983225"/>
          </a:xfrm>
          <a:custGeom>
            <a:avLst/>
            <a:gdLst/>
            <a:ahLst/>
            <a:cxnLst/>
            <a:rect l="l" t="t" r="r" b="b"/>
            <a:pathLst>
              <a:path w="5473808" h="2983225">
                <a:moveTo>
                  <a:pt x="0" y="0"/>
                </a:moveTo>
                <a:lnTo>
                  <a:pt x="5473808" y="0"/>
                </a:lnTo>
                <a:lnTo>
                  <a:pt x="5473808" y="2983225"/>
                </a:lnTo>
                <a:lnTo>
                  <a:pt x="0" y="29832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919531" y="5489955"/>
            <a:ext cx="4077393" cy="4114800"/>
          </a:xfrm>
          <a:custGeom>
            <a:avLst/>
            <a:gdLst/>
            <a:ahLst/>
            <a:cxnLst/>
            <a:rect l="l" t="t" r="r" b="b"/>
            <a:pathLst>
              <a:path w="4077393" h="4114800">
                <a:moveTo>
                  <a:pt x="0" y="0"/>
                </a:moveTo>
                <a:lnTo>
                  <a:pt x="4077392" y="0"/>
                </a:lnTo>
                <a:lnTo>
                  <a:pt x="40773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55628" y="2637057"/>
            <a:ext cx="10763288" cy="1489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40"/>
              </a:lnSpc>
            </a:pPr>
            <a:r>
              <a:rPr lang="en-US" sz="9932" b="1">
                <a:solidFill>
                  <a:srgbClr val="211E1E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Conclusion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5628" y="4309581"/>
            <a:ext cx="9227930" cy="100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55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TaskTrack is a helpful, simple tool for staying organized, productive, and stress-free.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5628" y="5865698"/>
            <a:ext cx="9227930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 i="1" spc="-55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Future Enhancements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5628" y="6699975"/>
            <a:ext cx="9227930" cy="1500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55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We look forward to expanding TaskTrack with additional features to better serve students in their academic journey.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778790" y="4357766"/>
            <a:ext cx="13509210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-241900" y="-293495"/>
            <a:ext cx="4462370" cy="3865528"/>
          </a:xfrm>
          <a:custGeom>
            <a:avLst/>
            <a:gdLst/>
            <a:ahLst/>
            <a:cxnLst/>
            <a:rect l="l" t="t" r="r" b="b"/>
            <a:pathLst>
              <a:path w="4462370" h="3865528">
                <a:moveTo>
                  <a:pt x="0" y="0"/>
                </a:moveTo>
                <a:lnTo>
                  <a:pt x="4462370" y="0"/>
                </a:lnTo>
                <a:lnTo>
                  <a:pt x="4462370" y="3865528"/>
                </a:lnTo>
                <a:lnTo>
                  <a:pt x="0" y="3865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15800719" y="196242"/>
            <a:ext cx="912240" cy="2004923"/>
          </a:xfrm>
          <a:custGeom>
            <a:avLst/>
            <a:gdLst/>
            <a:ahLst/>
            <a:cxnLst/>
            <a:rect l="l" t="t" r="r" b="b"/>
            <a:pathLst>
              <a:path w="912240" h="2004923">
                <a:moveTo>
                  <a:pt x="0" y="0"/>
                </a:moveTo>
                <a:lnTo>
                  <a:pt x="912240" y="0"/>
                </a:lnTo>
                <a:lnTo>
                  <a:pt x="912240" y="2004923"/>
                </a:lnTo>
                <a:lnTo>
                  <a:pt x="0" y="20049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163479" y="7799719"/>
            <a:ext cx="912240" cy="2004923"/>
          </a:xfrm>
          <a:custGeom>
            <a:avLst/>
            <a:gdLst/>
            <a:ahLst/>
            <a:cxnLst/>
            <a:rect l="l" t="t" r="r" b="b"/>
            <a:pathLst>
              <a:path w="912240" h="2004923">
                <a:moveTo>
                  <a:pt x="0" y="0"/>
                </a:moveTo>
                <a:lnTo>
                  <a:pt x="912239" y="0"/>
                </a:lnTo>
                <a:lnTo>
                  <a:pt x="912239" y="2004922"/>
                </a:lnTo>
                <a:lnTo>
                  <a:pt x="0" y="2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2622060" y="-508084"/>
            <a:ext cx="4130552" cy="2162907"/>
          </a:xfrm>
          <a:custGeom>
            <a:avLst/>
            <a:gdLst/>
            <a:ahLst/>
            <a:cxnLst/>
            <a:rect l="l" t="t" r="r" b="b"/>
            <a:pathLst>
              <a:path w="4130552" h="2162907">
                <a:moveTo>
                  <a:pt x="0" y="0"/>
                </a:moveTo>
                <a:lnTo>
                  <a:pt x="4130551" y="0"/>
                </a:lnTo>
                <a:lnTo>
                  <a:pt x="4130551" y="2162907"/>
                </a:lnTo>
                <a:lnTo>
                  <a:pt x="0" y="21629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02497" y="1360413"/>
            <a:ext cx="986788" cy="1649645"/>
          </a:xfrm>
          <a:custGeom>
            <a:avLst/>
            <a:gdLst/>
            <a:ahLst/>
            <a:cxnLst/>
            <a:rect l="l" t="t" r="r" b="b"/>
            <a:pathLst>
              <a:path w="986788" h="1649645">
                <a:moveTo>
                  <a:pt x="0" y="0"/>
                </a:moveTo>
                <a:lnTo>
                  <a:pt x="986788" y="0"/>
                </a:lnTo>
                <a:lnTo>
                  <a:pt x="986788" y="1649645"/>
                </a:lnTo>
                <a:lnTo>
                  <a:pt x="0" y="16496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14857518" y="7785950"/>
            <a:ext cx="3750008" cy="3248445"/>
          </a:xfrm>
          <a:custGeom>
            <a:avLst/>
            <a:gdLst/>
            <a:ahLst/>
            <a:cxnLst/>
            <a:rect l="l" t="t" r="r" b="b"/>
            <a:pathLst>
              <a:path w="3750008" h="3248445">
                <a:moveTo>
                  <a:pt x="0" y="0"/>
                </a:moveTo>
                <a:lnTo>
                  <a:pt x="3750009" y="0"/>
                </a:lnTo>
                <a:lnTo>
                  <a:pt x="3750009" y="3248445"/>
                </a:lnTo>
                <a:lnTo>
                  <a:pt x="0" y="32484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907466" y="8600655"/>
            <a:ext cx="3101481" cy="3101481"/>
          </a:xfrm>
          <a:custGeom>
            <a:avLst/>
            <a:gdLst/>
            <a:ahLst/>
            <a:cxnLst/>
            <a:rect l="l" t="t" r="r" b="b"/>
            <a:pathLst>
              <a:path w="3101481" h="3101481">
                <a:moveTo>
                  <a:pt x="0" y="0"/>
                </a:moveTo>
                <a:lnTo>
                  <a:pt x="3101480" y="0"/>
                </a:lnTo>
                <a:lnTo>
                  <a:pt x="3101480" y="3101481"/>
                </a:lnTo>
                <a:lnTo>
                  <a:pt x="0" y="31014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402606" y="3788418"/>
            <a:ext cx="5089941" cy="3779281"/>
          </a:xfrm>
          <a:custGeom>
            <a:avLst/>
            <a:gdLst/>
            <a:ahLst/>
            <a:cxnLst/>
            <a:rect l="l" t="t" r="r" b="b"/>
            <a:pathLst>
              <a:path w="5089941" h="3779281">
                <a:moveTo>
                  <a:pt x="0" y="0"/>
                </a:moveTo>
                <a:lnTo>
                  <a:pt x="5089942" y="0"/>
                </a:lnTo>
                <a:lnTo>
                  <a:pt x="5089942" y="3779282"/>
                </a:lnTo>
                <a:lnTo>
                  <a:pt x="0" y="377928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245658" y="2528684"/>
            <a:ext cx="10763288" cy="1540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236"/>
              </a:lnSpc>
            </a:pPr>
            <a:r>
              <a:rPr lang="en-US" sz="9932" b="1">
                <a:solidFill>
                  <a:srgbClr val="211E1E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References: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09908" y="5076825"/>
            <a:ext cx="12936215" cy="2676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-4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¹ </a:t>
            </a:r>
            <a:r>
              <a:rPr lang="en-US" sz="2499" spc="-49" dirty="0">
                <a:solidFill>
                  <a:srgbClr val="2D4DE6"/>
                </a:solidFill>
                <a:latin typeface="Poppins"/>
                <a:ea typeface="Poppins"/>
                <a:cs typeface="Poppins"/>
                <a:sym typeface="Poppins"/>
              </a:rPr>
              <a:t>https://</a:t>
            </a:r>
            <a:r>
              <a:rPr lang="en-US" sz="2499" spc="-49" dirty="0" err="1">
                <a:solidFill>
                  <a:srgbClr val="2D4DE6"/>
                </a:solidFill>
                <a:latin typeface="Poppins"/>
                <a:ea typeface="Poppins"/>
                <a:cs typeface="Poppins"/>
                <a:sym typeface="Poppins"/>
              </a:rPr>
              <a:t>www.frontiersin.org</a:t>
            </a:r>
            <a:r>
              <a:rPr lang="en-US" sz="2499" spc="-49" dirty="0">
                <a:solidFill>
                  <a:srgbClr val="2D4DE6"/>
                </a:solidFill>
                <a:latin typeface="Poppins"/>
                <a:ea typeface="Poppins"/>
                <a:cs typeface="Poppins"/>
                <a:sym typeface="Poppins"/>
              </a:rPr>
              <a:t>/journals/psychology/articles/10.3389/fpsyg.2022.886344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spc="-49" dirty="0">
              <a:solidFill>
                <a:srgbClr val="2D4DE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-4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² </a:t>
            </a:r>
            <a:r>
              <a:rPr lang="en-US" sz="2499" spc="-49" dirty="0">
                <a:solidFill>
                  <a:srgbClr val="2D4DE6"/>
                </a:solidFill>
                <a:latin typeface="Poppins"/>
                <a:ea typeface="Poppins"/>
                <a:cs typeface="Poppins"/>
                <a:sym typeface="Poppins"/>
              </a:rPr>
              <a:t>https://</a:t>
            </a:r>
            <a:r>
              <a:rPr lang="en-US" sz="2499" spc="-49" dirty="0" err="1">
                <a:solidFill>
                  <a:srgbClr val="2D4DE6"/>
                </a:solidFill>
                <a:latin typeface="Poppins"/>
                <a:ea typeface="Poppins"/>
                <a:cs typeface="Poppins"/>
                <a:sym typeface="Poppins"/>
              </a:rPr>
              <a:t>bmcmededuc.biomedcentral.com</a:t>
            </a:r>
            <a:r>
              <a:rPr lang="en-US" sz="2499" spc="-49" dirty="0">
                <a:solidFill>
                  <a:srgbClr val="2D4DE6"/>
                </a:solidFill>
                <a:latin typeface="Poppins"/>
                <a:ea typeface="Poppins"/>
                <a:cs typeface="Poppins"/>
                <a:sym typeface="Poppins"/>
              </a:rPr>
              <a:t>/articles/10.1186/s12909-020-02254-1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spc="-49" dirty="0">
              <a:solidFill>
                <a:srgbClr val="2D4DE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-4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³ </a:t>
            </a:r>
            <a:r>
              <a:rPr lang="en-US" sz="2499" spc="-49" dirty="0">
                <a:solidFill>
                  <a:srgbClr val="2D4DE6"/>
                </a:solidFill>
                <a:latin typeface="Poppins"/>
                <a:ea typeface="Poppins"/>
                <a:cs typeface="Poppins"/>
                <a:sym typeface="Poppins"/>
              </a:rPr>
              <a:t>https://</a:t>
            </a:r>
            <a:r>
              <a:rPr lang="en-US" sz="2499" spc="-49" dirty="0" err="1">
                <a:solidFill>
                  <a:srgbClr val="2D4DE6"/>
                </a:solidFill>
                <a:latin typeface="Poppins"/>
                <a:ea typeface="Poppins"/>
                <a:cs typeface="Poppins"/>
                <a:sym typeface="Poppins"/>
              </a:rPr>
              <a:t>psycnet.apa.org</a:t>
            </a:r>
            <a:r>
              <a:rPr lang="en-US" sz="2499" spc="-49" dirty="0">
                <a:solidFill>
                  <a:srgbClr val="2D4DE6"/>
                </a:solidFill>
                <a:latin typeface="Poppins"/>
                <a:ea typeface="Poppins"/>
                <a:cs typeface="Poppins"/>
                <a:sym typeface="Poppins"/>
              </a:rPr>
              <a:t>/record/2018-20216-001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C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571260" y="-587002"/>
            <a:ext cx="5699720" cy="4937382"/>
          </a:xfrm>
          <a:custGeom>
            <a:avLst/>
            <a:gdLst/>
            <a:ahLst/>
            <a:cxnLst/>
            <a:rect l="l" t="t" r="r" b="b"/>
            <a:pathLst>
              <a:path w="5699720" h="4937382">
                <a:moveTo>
                  <a:pt x="5699720" y="0"/>
                </a:moveTo>
                <a:lnTo>
                  <a:pt x="0" y="0"/>
                </a:lnTo>
                <a:lnTo>
                  <a:pt x="0" y="4937382"/>
                </a:lnTo>
                <a:lnTo>
                  <a:pt x="5699720" y="4937382"/>
                </a:lnTo>
                <a:lnTo>
                  <a:pt x="569972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 flipH="1">
            <a:off x="-689339" y="6007799"/>
            <a:ext cx="5699720" cy="4937382"/>
          </a:xfrm>
          <a:custGeom>
            <a:avLst/>
            <a:gdLst/>
            <a:ahLst/>
            <a:cxnLst/>
            <a:rect l="l" t="t" r="r" b="b"/>
            <a:pathLst>
              <a:path w="5699720" h="4937382">
                <a:moveTo>
                  <a:pt x="5699720" y="0"/>
                </a:moveTo>
                <a:lnTo>
                  <a:pt x="0" y="0"/>
                </a:lnTo>
                <a:lnTo>
                  <a:pt x="0" y="4937382"/>
                </a:lnTo>
                <a:lnTo>
                  <a:pt x="5699720" y="4937382"/>
                </a:lnTo>
                <a:lnTo>
                  <a:pt x="569972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940959" y="-1550740"/>
            <a:ext cx="4113130" cy="4113130"/>
          </a:xfrm>
          <a:custGeom>
            <a:avLst/>
            <a:gdLst/>
            <a:ahLst/>
            <a:cxnLst/>
            <a:rect l="l" t="t" r="r" b="b"/>
            <a:pathLst>
              <a:path w="4113130" h="4113130">
                <a:moveTo>
                  <a:pt x="0" y="0"/>
                </a:moveTo>
                <a:lnTo>
                  <a:pt x="4113130" y="0"/>
                </a:lnTo>
                <a:lnTo>
                  <a:pt x="4113130" y="4113130"/>
                </a:lnTo>
                <a:lnTo>
                  <a:pt x="0" y="41131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954759" y="6529957"/>
            <a:ext cx="4113130" cy="4113130"/>
          </a:xfrm>
          <a:custGeom>
            <a:avLst/>
            <a:gdLst/>
            <a:ahLst/>
            <a:cxnLst/>
            <a:rect l="l" t="t" r="r" b="b"/>
            <a:pathLst>
              <a:path w="4113130" h="4113130">
                <a:moveTo>
                  <a:pt x="0" y="0"/>
                </a:moveTo>
                <a:lnTo>
                  <a:pt x="4113130" y="0"/>
                </a:lnTo>
                <a:lnTo>
                  <a:pt x="4113130" y="4113130"/>
                </a:lnTo>
                <a:lnTo>
                  <a:pt x="0" y="41131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>
            <a:off x="11956871" y="26239"/>
            <a:ext cx="912240" cy="2004923"/>
          </a:xfrm>
          <a:custGeom>
            <a:avLst/>
            <a:gdLst/>
            <a:ahLst/>
            <a:cxnLst/>
            <a:rect l="l" t="t" r="r" b="b"/>
            <a:pathLst>
              <a:path w="912240" h="2004923">
                <a:moveTo>
                  <a:pt x="0" y="0"/>
                </a:moveTo>
                <a:lnTo>
                  <a:pt x="912240" y="0"/>
                </a:lnTo>
                <a:lnTo>
                  <a:pt x="912240" y="2004922"/>
                </a:lnTo>
                <a:lnTo>
                  <a:pt x="0" y="2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400000">
            <a:off x="3367711" y="8255839"/>
            <a:ext cx="912240" cy="2004923"/>
          </a:xfrm>
          <a:custGeom>
            <a:avLst/>
            <a:gdLst/>
            <a:ahLst/>
            <a:cxnLst/>
            <a:rect l="l" t="t" r="r" b="b"/>
            <a:pathLst>
              <a:path w="912240" h="2004923">
                <a:moveTo>
                  <a:pt x="0" y="0"/>
                </a:moveTo>
                <a:lnTo>
                  <a:pt x="912240" y="0"/>
                </a:lnTo>
                <a:lnTo>
                  <a:pt x="912240" y="2004922"/>
                </a:lnTo>
                <a:lnTo>
                  <a:pt x="0" y="2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4317331">
            <a:off x="1494472" y="-1328270"/>
            <a:ext cx="3800579" cy="4114800"/>
          </a:xfrm>
          <a:custGeom>
            <a:avLst/>
            <a:gdLst/>
            <a:ahLst/>
            <a:cxnLst/>
            <a:rect l="l" t="t" r="r" b="b"/>
            <a:pathLst>
              <a:path w="3800579" h="4114800">
                <a:moveTo>
                  <a:pt x="0" y="0"/>
                </a:moveTo>
                <a:lnTo>
                  <a:pt x="3800578" y="0"/>
                </a:lnTo>
                <a:lnTo>
                  <a:pt x="38005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625156" y="6529957"/>
            <a:ext cx="1164381" cy="1946533"/>
          </a:xfrm>
          <a:custGeom>
            <a:avLst/>
            <a:gdLst/>
            <a:ahLst/>
            <a:cxnLst/>
            <a:rect l="l" t="t" r="r" b="b"/>
            <a:pathLst>
              <a:path w="1164381" h="1946533">
                <a:moveTo>
                  <a:pt x="0" y="0"/>
                </a:moveTo>
                <a:lnTo>
                  <a:pt x="1164381" y="0"/>
                </a:lnTo>
                <a:lnTo>
                  <a:pt x="1164381" y="1946533"/>
                </a:lnTo>
                <a:lnTo>
                  <a:pt x="0" y="19465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794163" y="505825"/>
            <a:ext cx="971368" cy="1623867"/>
          </a:xfrm>
          <a:custGeom>
            <a:avLst/>
            <a:gdLst/>
            <a:ahLst/>
            <a:cxnLst/>
            <a:rect l="l" t="t" r="r" b="b"/>
            <a:pathLst>
              <a:path w="971368" h="1623867">
                <a:moveTo>
                  <a:pt x="0" y="0"/>
                </a:moveTo>
                <a:lnTo>
                  <a:pt x="971368" y="0"/>
                </a:lnTo>
                <a:lnTo>
                  <a:pt x="971368" y="1623867"/>
                </a:lnTo>
                <a:lnTo>
                  <a:pt x="0" y="162386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5400000">
            <a:off x="-1487410" y="4356494"/>
            <a:ext cx="4130552" cy="2162907"/>
          </a:xfrm>
          <a:custGeom>
            <a:avLst/>
            <a:gdLst/>
            <a:ahLst/>
            <a:cxnLst/>
            <a:rect l="l" t="t" r="r" b="b"/>
            <a:pathLst>
              <a:path w="4130552" h="2162907">
                <a:moveTo>
                  <a:pt x="0" y="0"/>
                </a:moveTo>
                <a:lnTo>
                  <a:pt x="4130552" y="0"/>
                </a:lnTo>
                <a:lnTo>
                  <a:pt x="4130552" y="2162907"/>
                </a:lnTo>
                <a:lnTo>
                  <a:pt x="0" y="216290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184105" y="7503224"/>
            <a:ext cx="4598333" cy="2783776"/>
          </a:xfrm>
          <a:custGeom>
            <a:avLst/>
            <a:gdLst/>
            <a:ahLst/>
            <a:cxnLst/>
            <a:rect l="l" t="t" r="r" b="b"/>
            <a:pathLst>
              <a:path w="4598333" h="2783776">
                <a:moveTo>
                  <a:pt x="0" y="0"/>
                </a:moveTo>
                <a:lnTo>
                  <a:pt x="4598333" y="0"/>
                </a:lnTo>
                <a:lnTo>
                  <a:pt x="4598333" y="2783776"/>
                </a:lnTo>
                <a:lnTo>
                  <a:pt x="0" y="278377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120873" t="-142774" b="-304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2967940" y="1028700"/>
            <a:ext cx="12352120" cy="8229600"/>
          </a:xfrm>
          <a:custGeom>
            <a:avLst/>
            <a:gdLst/>
            <a:ahLst/>
            <a:cxnLst/>
            <a:rect l="l" t="t" r="r" b="b"/>
            <a:pathLst>
              <a:path w="12352120" h="8229600">
                <a:moveTo>
                  <a:pt x="0" y="0"/>
                </a:moveTo>
                <a:lnTo>
                  <a:pt x="12352120" y="0"/>
                </a:lnTo>
                <a:lnTo>
                  <a:pt x="123521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5504775" y="7417499"/>
            <a:ext cx="7278451" cy="738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sz="4299">
                <a:solidFill>
                  <a:srgbClr val="211E1E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Presented to: Ma’am Dachel Raagas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375</Words>
  <Application>Microsoft Macintosh PowerPoint</Application>
  <PresentationFormat>Custom</PresentationFormat>
  <Paragraphs>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5" baseType="lpstr">
      <vt:lpstr>Calibri</vt:lpstr>
      <vt:lpstr>Poppins Light</vt:lpstr>
      <vt:lpstr>Poppins Bold</vt:lpstr>
      <vt:lpstr>Le Petit Cochon</vt:lpstr>
      <vt:lpstr>Poppins Italics</vt:lpstr>
      <vt:lpstr>Fredoka</vt:lpstr>
      <vt:lpstr>Agrandir Heavy Italics</vt:lpstr>
      <vt:lpstr>Arial</vt:lpstr>
      <vt:lpstr>Poppins Light Italics</vt:lpstr>
      <vt:lpstr>Poppins Bold Italics</vt:lpstr>
      <vt:lpstr>Agrandir Heavy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TASKTRACK</dc:title>
  <cp:lastModifiedBy>Rayen Leigh Elecho</cp:lastModifiedBy>
  <cp:revision>2</cp:revision>
  <dcterms:created xsi:type="dcterms:W3CDTF">2006-08-16T00:00:00Z</dcterms:created>
  <dcterms:modified xsi:type="dcterms:W3CDTF">2026-01-20T15:59:21Z</dcterms:modified>
  <dc:identifier>DAG6JSDJJjc</dc:identifier>
</cp:coreProperties>
</file>