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Heavy" charset="1" panose="00000900000000000000"/>
      <p:regular r:id="rId18"/>
    </p:embeddedFont>
    <p:embeddedFont>
      <p:font typeface="Fredoka" charset="1" panose="02000000000000000000"/>
      <p:regular r:id="rId19"/>
    </p:embeddedFont>
    <p:embeddedFont>
      <p:font typeface="Poppins" charset="1" panose="00000500000000000000"/>
      <p:regular r:id="rId20"/>
    </p:embeddedFont>
    <p:embeddedFont>
      <p:font typeface="Poppins Italics" charset="1" panose="00000500000000000000"/>
      <p:regular r:id="rId21"/>
    </p:embeddedFont>
    <p:embeddedFont>
      <p:font typeface="Poppins Light Italics" charset="1" panose="00000400000000000000"/>
      <p:regular r:id="rId22"/>
    </p:embeddedFont>
    <p:embeddedFont>
      <p:font typeface="Poppins Light" charset="1" panose="00000400000000000000"/>
      <p:regular r:id="rId23"/>
    </p:embeddedFont>
    <p:embeddedFont>
      <p:font typeface="Poppins Bold" charset="1" panose="00000800000000000000"/>
      <p:regular r:id="rId24"/>
    </p:embeddedFont>
    <p:embeddedFont>
      <p:font typeface="Agrandir Heavy Italics" charset="1" panose="00000900000000000000"/>
      <p:regular r:id="rId25"/>
    </p:embeddedFont>
    <p:embeddedFont>
      <p:font typeface="Poppins Bold Italics" charset="1" panose="00000800000000000000"/>
      <p:regular r:id="rId26"/>
    </p:embeddedFont>
    <p:embeddedFont>
      <p:font typeface="Le Petit Cochon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gif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1.png" Type="http://schemas.openxmlformats.org/officeDocument/2006/relationships/image"/><Relationship Id="rId14" Target="../media/image2.sv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28.png" Type="http://schemas.openxmlformats.org/officeDocument/2006/relationships/image"/><Relationship Id="rId19" Target="../media/image29.svg" Type="http://schemas.openxmlformats.org/officeDocument/2006/relationships/image"/><Relationship Id="rId2" Target="../media/image24.png" Type="http://schemas.openxmlformats.org/officeDocument/2006/relationships/image"/><Relationship Id="rId20" Target="../media/image30.png" Type="http://schemas.openxmlformats.org/officeDocument/2006/relationships/image"/><Relationship Id="rId21" Target="../media/image31.svg" Type="http://schemas.openxmlformats.org/officeDocument/2006/relationships/image"/><Relationship Id="rId22" Target="../media/image32.png" Type="http://schemas.openxmlformats.org/officeDocument/2006/relationships/image"/><Relationship Id="rId23" Target="../media/image33.svg" Type="http://schemas.openxmlformats.org/officeDocument/2006/relationships/image"/><Relationship Id="rId24" Target="../media/image34.png" Type="http://schemas.openxmlformats.org/officeDocument/2006/relationships/image"/><Relationship Id="rId25" Target="../media/image35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18" Target="../media/image32.png" Type="http://schemas.openxmlformats.org/officeDocument/2006/relationships/image"/><Relationship Id="rId19" Target="../media/image33.svg" Type="http://schemas.openxmlformats.org/officeDocument/2006/relationships/image"/><Relationship Id="rId2" Target="../media/image11.png" Type="http://schemas.openxmlformats.org/officeDocument/2006/relationships/image"/><Relationship Id="rId20" Target="../media/image34.png" Type="http://schemas.openxmlformats.org/officeDocument/2006/relationships/image"/><Relationship Id="rId21" Target="../media/image35.svg" Type="http://schemas.openxmlformats.org/officeDocument/2006/relationships/image"/><Relationship Id="rId22" Target="../media/image43.png" Type="http://schemas.openxmlformats.org/officeDocument/2006/relationships/image"/><Relationship Id="rId23" Target="../media/image44.sv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48.png" Type="http://schemas.openxmlformats.org/officeDocument/2006/relationships/image"/><Relationship Id="rId16" Target="../media/image4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53.pn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2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61.png" Type="http://schemas.openxmlformats.org/officeDocument/2006/relationships/image"/><Relationship Id="rId15" Target="../media/image62.svg" Type="http://schemas.openxmlformats.org/officeDocument/2006/relationships/image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7337" y="-72825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4868" y="802572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0422" y="-1496793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3014214" y="4834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1872" y="560607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1987" y="50432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5381" y="7893104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2699932" y="-520847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-947345" y="7559729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752958" y="4046836"/>
            <a:ext cx="1264644" cy="1161892"/>
          </a:xfrm>
          <a:custGeom>
            <a:avLst/>
            <a:gdLst/>
            <a:ahLst/>
            <a:cxnLst/>
            <a:rect r="r" b="b" t="t" l="l"/>
            <a:pathLst>
              <a:path h="1161892" w="1264644">
                <a:moveTo>
                  <a:pt x="0" y="0"/>
                </a:moveTo>
                <a:lnTo>
                  <a:pt x="1264644" y="0"/>
                </a:lnTo>
                <a:lnTo>
                  <a:pt x="1264644" y="1161892"/>
                </a:lnTo>
                <a:lnTo>
                  <a:pt x="0" y="1161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5"/>
          <a:srcRect l="0" t="0" r="0" b="0"/>
          <a:stretch>
            <a:fillRect/>
          </a:stretch>
        </p:blipFill>
        <p:spPr>
          <a:xfrm flipH="false" flipV="false" rot="0">
            <a:off x="14036514" y="5376631"/>
            <a:ext cx="2926132" cy="2516473"/>
          </a:xfrm>
          <a:prstGeom prst="rect">
            <a:avLst/>
          </a:prstGeom>
        </p:spPr>
      </p:pic>
      <p:sp>
        <p:nvSpPr>
          <p:cNvPr name="Freeform 13" id="13"/>
          <p:cNvSpPr/>
          <p:nvPr/>
        </p:nvSpPr>
        <p:spPr>
          <a:xfrm flipH="false" flipV="false" rot="-10800000">
            <a:off x="14010304" y="6577525"/>
            <a:ext cx="4462370" cy="3865528"/>
          </a:xfrm>
          <a:custGeom>
            <a:avLst/>
            <a:gdLst/>
            <a:ahLst/>
            <a:cxnLst/>
            <a:rect r="r" b="b" t="t" l="l"/>
            <a:pathLst>
              <a:path h="3865528" w="4462370">
                <a:moveTo>
                  <a:pt x="0" y="0"/>
                </a:moveTo>
                <a:lnTo>
                  <a:pt x="4462370" y="0"/>
                </a:lnTo>
                <a:lnTo>
                  <a:pt x="4462370" y="3865528"/>
                </a:lnTo>
                <a:lnTo>
                  <a:pt x="0" y="38655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4721" y="3021570"/>
            <a:ext cx="13081309" cy="239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6"/>
              </a:lnSpc>
            </a:pPr>
            <a:r>
              <a:rPr lang="en-US" sz="8084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TASKTRACK: An Assignment Tracker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0041" y="7835954"/>
            <a:ext cx="62759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Fredoka"/>
                <a:ea typeface="Fredoka"/>
                <a:cs typeface="Fredoka"/>
                <a:sym typeface="Fredoka"/>
              </a:rPr>
              <a:t>Presented by: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00041" y="8403601"/>
            <a:ext cx="627598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Poppins"/>
                <a:ea typeface="Poppins"/>
                <a:cs typeface="Poppins"/>
                <a:sym typeface="Poppins"/>
              </a:rPr>
              <a:t>Rayen Leigh C. Elecho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00041" y="8860801"/>
            <a:ext cx="627598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Poppins"/>
                <a:ea typeface="Poppins"/>
                <a:cs typeface="Poppins"/>
                <a:sym typeface="Poppins"/>
              </a:rPr>
              <a:t>Jerriel Aljamz L. Salih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4721" y="5740079"/>
            <a:ext cx="10687700" cy="124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4117" i="true">
                <a:solidFill>
                  <a:srgbClr val="211E1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Web App for Student Assignment &amp; Deadline Management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92732" y="809768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0029" y="1872572"/>
            <a:ext cx="12754597" cy="259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What is TaskTrack?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709639">
            <a:off x="-439855" y="7983482"/>
            <a:ext cx="2937111" cy="3179943"/>
          </a:xfrm>
          <a:custGeom>
            <a:avLst/>
            <a:gdLst/>
            <a:ahLst/>
            <a:cxnLst/>
            <a:rect r="r" b="b" t="t" l="l"/>
            <a:pathLst>
              <a:path h="3179943" w="2937111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84554" y="-440739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4750130" y="0"/>
                </a:moveTo>
                <a:lnTo>
                  <a:pt x="0" y="0"/>
                </a:lnTo>
                <a:lnTo>
                  <a:pt x="0" y="4114800"/>
                </a:lnTo>
                <a:lnTo>
                  <a:pt x="4750130" y="4114800"/>
                </a:lnTo>
                <a:lnTo>
                  <a:pt x="47501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1624720" y="158080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5860029" y="4857173"/>
            <a:ext cx="12427971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418775" y="1028700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28821" y="-1276835"/>
            <a:ext cx="2553670" cy="2553670"/>
          </a:xfrm>
          <a:custGeom>
            <a:avLst/>
            <a:gdLst/>
            <a:ahLst/>
            <a:cxnLst/>
            <a:rect r="r" b="b" t="t" l="l"/>
            <a:pathLst>
              <a:path h="2553670" w="2553670">
                <a:moveTo>
                  <a:pt x="0" y="0"/>
                </a:moveTo>
                <a:lnTo>
                  <a:pt x="2553670" y="0"/>
                </a:lnTo>
                <a:lnTo>
                  <a:pt x="2553670" y="2553670"/>
                </a:lnTo>
                <a:lnTo>
                  <a:pt x="0" y="2553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807089" y="2081061"/>
            <a:ext cx="9193063" cy="6124878"/>
          </a:xfrm>
          <a:custGeom>
            <a:avLst/>
            <a:gdLst/>
            <a:ahLst/>
            <a:cxnLst/>
            <a:rect r="r" b="b" t="t" l="l"/>
            <a:pathLst>
              <a:path h="6124878" w="9193063">
                <a:moveTo>
                  <a:pt x="0" y="0"/>
                </a:moveTo>
                <a:lnTo>
                  <a:pt x="9193063" y="0"/>
                </a:lnTo>
                <a:lnTo>
                  <a:pt x="9193063" y="6124878"/>
                </a:lnTo>
                <a:lnTo>
                  <a:pt x="0" y="61248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60029" y="5447498"/>
            <a:ext cx="11052139" cy="275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i="true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</a:t>
            </a:r>
            <a:r>
              <a:rPr lang="en-US" sz="3899" i="true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askTrack is a web application designed to help students </a:t>
            </a:r>
            <a:r>
              <a:rPr lang="en-US" sz="3899" i="true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organize assignments, track due dates, and reduce stress caused by poor time management. ¹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91988" y="3924002"/>
            <a:ext cx="6794078" cy="6242059"/>
          </a:xfrm>
          <a:custGeom>
            <a:avLst/>
            <a:gdLst/>
            <a:ahLst/>
            <a:cxnLst/>
            <a:rect r="r" b="b" t="t" l="l"/>
            <a:pathLst>
              <a:path h="6242059" w="6794078">
                <a:moveTo>
                  <a:pt x="0" y="0"/>
                </a:moveTo>
                <a:lnTo>
                  <a:pt x="6794078" y="0"/>
                </a:lnTo>
                <a:lnTo>
                  <a:pt x="6794078" y="6242059"/>
                </a:lnTo>
                <a:lnTo>
                  <a:pt x="0" y="624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92732" y="809768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35711"/>
            <a:ext cx="12754597" cy="259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Why Did We Create TaskTrack?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037840"/>
            <a:ext cx="1004967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leads to poor grades, low productivity, and higher stress levels.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709639">
            <a:off x="-439855" y="7983482"/>
            <a:ext cx="2937111" cy="3179943"/>
          </a:xfrm>
          <a:custGeom>
            <a:avLst/>
            <a:gdLst/>
            <a:ahLst/>
            <a:cxnLst/>
            <a:rect r="r" b="b" t="t" l="l"/>
            <a:pathLst>
              <a:path h="3179943" w="2937111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984554" y="-440739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4750130" y="0"/>
                </a:moveTo>
                <a:lnTo>
                  <a:pt x="0" y="0"/>
                </a:lnTo>
                <a:lnTo>
                  <a:pt x="0" y="4114800"/>
                </a:lnTo>
                <a:lnTo>
                  <a:pt x="4750130" y="4114800"/>
                </a:lnTo>
                <a:lnTo>
                  <a:pt x="475013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1624720" y="158080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-2292691" y="4608829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418775" y="1028700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828821" y="-1276835"/>
            <a:ext cx="2553670" cy="2553670"/>
          </a:xfrm>
          <a:custGeom>
            <a:avLst/>
            <a:gdLst/>
            <a:ahLst/>
            <a:cxnLst/>
            <a:rect r="r" b="b" t="t" l="l"/>
            <a:pathLst>
              <a:path h="2553670" w="2553670">
                <a:moveTo>
                  <a:pt x="0" y="0"/>
                </a:moveTo>
                <a:lnTo>
                  <a:pt x="2553670" y="0"/>
                </a:lnTo>
                <a:lnTo>
                  <a:pt x="2553670" y="2553670"/>
                </a:lnTo>
                <a:lnTo>
                  <a:pt x="0" y="2553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010915"/>
            <a:ext cx="922793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sz="2799" spc="-5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any students struggle with: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56617"/>
            <a:ext cx="11052139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M</a:t>
            </a:r>
            <a:r>
              <a:rPr lang="en-US" sz="2799" i="true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anaging multiple tasks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Forgetting deadlines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Submitting late work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i="true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Getting stressed due to disorganization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15128" y="7938477"/>
            <a:ext cx="36325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294152" y="4933125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9747" y="5074490"/>
            <a:ext cx="5002756" cy="2810639"/>
          </a:xfrm>
          <a:custGeom>
            <a:avLst/>
            <a:gdLst/>
            <a:ahLst/>
            <a:cxnLst/>
            <a:rect r="r" b="b" t="t" l="l"/>
            <a:pathLst>
              <a:path h="2810639" w="5002756">
                <a:moveTo>
                  <a:pt x="0" y="0"/>
                </a:moveTo>
                <a:lnTo>
                  <a:pt x="5002756" y="0"/>
                </a:lnTo>
                <a:lnTo>
                  <a:pt x="5002756" y="2810639"/>
                </a:lnTo>
                <a:lnTo>
                  <a:pt x="0" y="2810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0" y="6727298"/>
            <a:ext cx="4906637" cy="4250374"/>
          </a:xfrm>
          <a:custGeom>
            <a:avLst/>
            <a:gdLst/>
            <a:ahLst/>
            <a:cxnLst/>
            <a:rect r="r" b="b" t="t" l="l"/>
            <a:pathLst>
              <a:path h="4250374" w="4906637">
                <a:moveTo>
                  <a:pt x="4906637" y="0"/>
                </a:moveTo>
                <a:lnTo>
                  <a:pt x="0" y="0"/>
                </a:lnTo>
                <a:lnTo>
                  <a:pt x="0" y="4250375"/>
                </a:lnTo>
                <a:lnTo>
                  <a:pt x="4906637" y="4250375"/>
                </a:lnTo>
                <a:lnTo>
                  <a:pt x="49066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8821" y="-1276835"/>
            <a:ext cx="2943703" cy="2943703"/>
          </a:xfrm>
          <a:custGeom>
            <a:avLst/>
            <a:gdLst/>
            <a:ahLst/>
            <a:cxnLst/>
            <a:rect r="r" b="b" t="t" l="l"/>
            <a:pathLst>
              <a:path h="2943703" w="2943703">
                <a:moveTo>
                  <a:pt x="0" y="0"/>
                </a:moveTo>
                <a:lnTo>
                  <a:pt x="2943703" y="0"/>
                </a:lnTo>
                <a:lnTo>
                  <a:pt x="2943703" y="2943703"/>
                </a:lnTo>
                <a:lnTo>
                  <a:pt x="0" y="294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621488" y="-222966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5598859" y="58943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6021436" y="8507613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39" y="0"/>
                </a:lnTo>
                <a:lnTo>
                  <a:pt x="912239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8094" y="334605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42503" y="5489768"/>
            <a:ext cx="672251" cy="1123824"/>
          </a:xfrm>
          <a:custGeom>
            <a:avLst/>
            <a:gdLst/>
            <a:ahLst/>
            <a:cxnLst/>
            <a:rect r="r" b="b" t="t" l="l"/>
            <a:pathLst>
              <a:path h="1123824" w="672251">
                <a:moveTo>
                  <a:pt x="0" y="0"/>
                </a:moveTo>
                <a:lnTo>
                  <a:pt x="672251" y="0"/>
                </a:lnTo>
                <a:lnTo>
                  <a:pt x="672251" y="1123824"/>
                </a:lnTo>
                <a:lnTo>
                  <a:pt x="0" y="1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5920" y="2409504"/>
            <a:ext cx="5312197" cy="3333404"/>
          </a:xfrm>
          <a:custGeom>
            <a:avLst/>
            <a:gdLst/>
            <a:ahLst/>
            <a:cxnLst/>
            <a:rect r="r" b="b" t="t" l="l"/>
            <a:pathLst>
              <a:path h="3333404" w="5312197">
                <a:moveTo>
                  <a:pt x="0" y="0"/>
                </a:moveTo>
                <a:lnTo>
                  <a:pt x="5312198" y="0"/>
                </a:lnTo>
                <a:lnTo>
                  <a:pt x="5312198" y="3333404"/>
                </a:lnTo>
                <a:lnTo>
                  <a:pt x="0" y="33334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41923" y="5259113"/>
            <a:ext cx="10242085" cy="4455307"/>
          </a:xfrm>
          <a:custGeom>
            <a:avLst/>
            <a:gdLst/>
            <a:ahLst/>
            <a:cxnLst/>
            <a:rect r="r" b="b" t="t" l="l"/>
            <a:pathLst>
              <a:path h="4455307" w="10242085">
                <a:moveTo>
                  <a:pt x="0" y="0"/>
                </a:moveTo>
                <a:lnTo>
                  <a:pt x="10242085" y="0"/>
                </a:lnTo>
                <a:lnTo>
                  <a:pt x="10242085" y="4455307"/>
                </a:lnTo>
                <a:lnTo>
                  <a:pt x="0" y="44553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77556" y="1816116"/>
            <a:ext cx="11370820" cy="397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30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What TaskTrack Aims to Achieve</a:t>
            </a:r>
          </a:p>
          <a:p>
            <a:pPr algn="l">
              <a:lnSpc>
                <a:spcPts val="96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435197" y="5425970"/>
            <a:ext cx="3108955" cy="115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Improv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 Time</a:t>
            </a:r>
          </a:p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anagement ³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23545" y="5425970"/>
            <a:ext cx="3795614" cy="115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Provid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 Organized Syst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em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35197" y="7391516"/>
            <a:ext cx="4916772" cy="5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Auto-Sort by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Urgency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23545" y="7391516"/>
            <a:ext cx="4916772" cy="5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Deadline R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eminders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04579" y="8757235"/>
            <a:ext cx="4916772" cy="5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educe Stress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7345" y="1614320"/>
            <a:ext cx="9233023" cy="6163043"/>
          </a:xfrm>
          <a:custGeom>
            <a:avLst/>
            <a:gdLst/>
            <a:ahLst/>
            <a:cxnLst/>
            <a:rect r="r" b="b" t="t" l="l"/>
            <a:pathLst>
              <a:path h="6163043" w="9233023">
                <a:moveTo>
                  <a:pt x="0" y="0"/>
                </a:moveTo>
                <a:lnTo>
                  <a:pt x="9233024" y="0"/>
                </a:lnTo>
                <a:lnTo>
                  <a:pt x="9233024" y="6163043"/>
                </a:lnTo>
                <a:lnTo>
                  <a:pt x="0" y="6163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537870" y="6526082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78655">
            <a:off x="14255899" y="-222351"/>
            <a:ext cx="6006802" cy="3145380"/>
          </a:xfrm>
          <a:custGeom>
            <a:avLst/>
            <a:gdLst/>
            <a:ahLst/>
            <a:cxnLst/>
            <a:rect r="r" b="b" t="t" l="l"/>
            <a:pathLst>
              <a:path h="3145380" w="6006802">
                <a:moveTo>
                  <a:pt x="0" y="0"/>
                </a:moveTo>
                <a:lnTo>
                  <a:pt x="6006802" y="0"/>
                </a:lnTo>
                <a:lnTo>
                  <a:pt x="6006802" y="3145380"/>
                </a:lnTo>
                <a:lnTo>
                  <a:pt x="0" y="3145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7225" y="525517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7" y="0"/>
                </a:lnTo>
                <a:lnTo>
                  <a:pt x="986787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53942">
            <a:off x="-138399" y="8121048"/>
            <a:ext cx="2937111" cy="3179943"/>
          </a:xfrm>
          <a:custGeom>
            <a:avLst/>
            <a:gdLst/>
            <a:ahLst/>
            <a:cxnLst/>
            <a:rect r="r" b="b" t="t" l="l"/>
            <a:pathLst>
              <a:path h="3179943" w="2937111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407966" y="-108242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0698288" y="7805210"/>
            <a:ext cx="1299500" cy="2856044"/>
          </a:xfrm>
          <a:custGeom>
            <a:avLst/>
            <a:gdLst/>
            <a:ahLst/>
            <a:cxnLst/>
            <a:rect r="r" b="b" t="t" l="l"/>
            <a:pathLst>
              <a:path h="2856044" w="1299500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35401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6165" y="2945257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36205" y="3030404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50558" y="3030404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45730" y="545904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50558" y="545904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992895" y="8053160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841183"/>
            <a:ext cx="5909677" cy="99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9"/>
              </a:lnSpc>
            </a:pPr>
            <a:r>
              <a:rPr lang="en-US" sz="6670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Key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156" y="4072357"/>
            <a:ext cx="370083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Add &amp; Manage</a:t>
            </a:r>
          </a:p>
          <a:p>
            <a:pPr algn="l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Assignments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26506" y="4073217"/>
            <a:ext cx="370083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Automatic Deadline Sorting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56" y="6384027"/>
            <a:ext cx="370083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Remin</a:t>
            </a: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der Notifications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26506" y="6390308"/>
            <a:ext cx="370083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L</a:t>
            </a: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ocal Storage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826506" y="7101577"/>
            <a:ext cx="37008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i="true" spc="-3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</a:t>
            </a:r>
            <a:r>
              <a:rPr lang="en-US" sz="1999" i="true" spc="-3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ata saved even after closing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79390" y="9012927"/>
            <a:ext cx="429753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Simple</a:t>
            </a: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 User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294152" y="4933125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379" y="1666868"/>
            <a:ext cx="4393266" cy="2927013"/>
          </a:xfrm>
          <a:custGeom>
            <a:avLst/>
            <a:gdLst/>
            <a:ahLst/>
            <a:cxnLst/>
            <a:rect r="r" b="b" t="t" l="l"/>
            <a:pathLst>
              <a:path h="2927013" w="4393266">
                <a:moveTo>
                  <a:pt x="0" y="0"/>
                </a:moveTo>
                <a:lnTo>
                  <a:pt x="4393266" y="0"/>
                </a:lnTo>
                <a:lnTo>
                  <a:pt x="4393266" y="2927014"/>
                </a:lnTo>
                <a:lnTo>
                  <a:pt x="0" y="29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7367" y="4252894"/>
            <a:ext cx="2268243" cy="4214641"/>
          </a:xfrm>
          <a:custGeom>
            <a:avLst/>
            <a:gdLst/>
            <a:ahLst/>
            <a:cxnLst/>
            <a:rect r="r" b="b" t="t" l="l"/>
            <a:pathLst>
              <a:path h="4214641" w="2268243">
                <a:moveTo>
                  <a:pt x="0" y="0"/>
                </a:moveTo>
                <a:lnTo>
                  <a:pt x="2268243" y="0"/>
                </a:lnTo>
                <a:lnTo>
                  <a:pt x="2268243" y="4214641"/>
                </a:lnTo>
                <a:lnTo>
                  <a:pt x="0" y="421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-640881" y="6676993"/>
            <a:ext cx="4906637" cy="4250374"/>
          </a:xfrm>
          <a:custGeom>
            <a:avLst/>
            <a:gdLst/>
            <a:ahLst/>
            <a:cxnLst/>
            <a:rect r="r" b="b" t="t" l="l"/>
            <a:pathLst>
              <a:path h="4250374" w="4906637">
                <a:moveTo>
                  <a:pt x="4906637" y="0"/>
                </a:moveTo>
                <a:lnTo>
                  <a:pt x="0" y="0"/>
                </a:lnTo>
                <a:lnTo>
                  <a:pt x="0" y="4250374"/>
                </a:lnTo>
                <a:lnTo>
                  <a:pt x="4906637" y="4250374"/>
                </a:lnTo>
                <a:lnTo>
                  <a:pt x="490663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8821" y="-1276835"/>
            <a:ext cx="2943703" cy="2943703"/>
          </a:xfrm>
          <a:custGeom>
            <a:avLst/>
            <a:gdLst/>
            <a:ahLst/>
            <a:cxnLst/>
            <a:rect r="r" b="b" t="t" l="l"/>
            <a:pathLst>
              <a:path h="2943703" w="2943703">
                <a:moveTo>
                  <a:pt x="0" y="0"/>
                </a:moveTo>
                <a:lnTo>
                  <a:pt x="2943703" y="0"/>
                </a:lnTo>
                <a:lnTo>
                  <a:pt x="2943703" y="2943703"/>
                </a:lnTo>
                <a:lnTo>
                  <a:pt x="0" y="294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776085" y="-65329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5598859" y="58943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6561095" y="82558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19850" y="8634857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7" y="0"/>
                </a:lnTo>
                <a:lnTo>
                  <a:pt x="986787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71645" y="605285"/>
            <a:ext cx="672251" cy="1123824"/>
          </a:xfrm>
          <a:custGeom>
            <a:avLst/>
            <a:gdLst/>
            <a:ahLst/>
            <a:cxnLst/>
            <a:rect r="r" b="b" t="t" l="l"/>
            <a:pathLst>
              <a:path h="1123824" w="672251">
                <a:moveTo>
                  <a:pt x="0" y="0"/>
                </a:moveTo>
                <a:lnTo>
                  <a:pt x="672251" y="0"/>
                </a:lnTo>
                <a:lnTo>
                  <a:pt x="672251" y="1123824"/>
                </a:lnTo>
                <a:lnTo>
                  <a:pt x="0" y="1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41361" y="4825173"/>
            <a:ext cx="897399" cy="1679446"/>
          </a:xfrm>
          <a:custGeom>
            <a:avLst/>
            <a:gdLst/>
            <a:ahLst/>
            <a:cxnLst/>
            <a:rect r="r" b="b" t="t" l="l"/>
            <a:pathLst>
              <a:path h="1679446" w="897399">
                <a:moveTo>
                  <a:pt x="0" y="0"/>
                </a:moveTo>
                <a:lnTo>
                  <a:pt x="897399" y="0"/>
                </a:lnTo>
                <a:lnTo>
                  <a:pt x="897399" y="1679445"/>
                </a:lnTo>
                <a:lnTo>
                  <a:pt x="0" y="16794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77556" y="1816116"/>
            <a:ext cx="11370820" cy="397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30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User Inputs &amp; System Outputs</a:t>
            </a:r>
          </a:p>
          <a:p>
            <a:pPr algn="l">
              <a:lnSpc>
                <a:spcPts val="96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590236" y="5426204"/>
            <a:ext cx="3597331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-6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sz="3499" spc="-6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ser Inputs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94152" y="6409368"/>
            <a:ext cx="5558037" cy="172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688" indent="-348844" lvl="1">
              <a:lnSpc>
                <a:spcPts val="4524"/>
              </a:lnSpc>
              <a:buFont typeface="Arial"/>
              <a:buChar char="•"/>
            </a:pP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</a:t>
            </a: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ubject name</a:t>
            </a:r>
          </a:p>
          <a:p>
            <a:pPr algn="l" marL="697688" indent="-348844" lvl="1">
              <a:lnSpc>
                <a:spcPts val="4524"/>
              </a:lnSpc>
              <a:buFont typeface="Arial"/>
              <a:buChar char="•"/>
            </a:pP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Task description</a:t>
            </a:r>
          </a:p>
          <a:p>
            <a:pPr algn="l" marL="697688" indent="-348844" lvl="1">
              <a:lnSpc>
                <a:spcPts val="4524"/>
              </a:lnSpc>
              <a:buFont typeface="Arial"/>
              <a:buChar char="•"/>
            </a:pP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Due date (MM-DD-YYYY)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86422" y="5426204"/>
            <a:ext cx="3597331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-6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</a:t>
            </a:r>
            <a:r>
              <a:rPr lang="en-US" sz="3499" spc="-6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stem Outputs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90339" y="6409368"/>
            <a:ext cx="5558037" cy="172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688" indent="-348844" lvl="1">
              <a:lnSpc>
                <a:spcPts val="4524"/>
              </a:lnSpc>
              <a:buFont typeface="Arial"/>
              <a:buChar char="•"/>
            </a:pP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Sort</a:t>
            </a: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ed task list</a:t>
            </a:r>
          </a:p>
          <a:p>
            <a:pPr algn="l" marL="697688" indent="-348844" lvl="1">
              <a:lnSpc>
                <a:spcPts val="4524"/>
              </a:lnSpc>
              <a:buFont typeface="Arial"/>
              <a:buChar char="•"/>
            </a:pP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Days left until deadlines</a:t>
            </a:r>
          </a:p>
          <a:p>
            <a:pPr algn="l" marL="697688" indent="-348844" lvl="1">
              <a:lnSpc>
                <a:spcPts val="4524"/>
              </a:lnSpc>
              <a:buFont typeface="Arial"/>
              <a:buChar char="•"/>
            </a:pPr>
            <a:r>
              <a:rPr lang="en-US" sz="3231" i="true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Reminder notifications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6422" y="8410385"/>
            <a:ext cx="5497086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"CS-2</a:t>
            </a:r>
            <a:r>
              <a:rPr lang="en-US" sz="2199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Project is due in 3 days."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956429" y="4822780"/>
            <a:ext cx="4373184" cy="2289958"/>
          </a:xfrm>
          <a:custGeom>
            <a:avLst/>
            <a:gdLst/>
            <a:ahLst/>
            <a:cxnLst/>
            <a:rect r="r" b="b" t="t" l="l"/>
            <a:pathLst>
              <a:path h="2289958" w="4373184">
                <a:moveTo>
                  <a:pt x="0" y="0"/>
                </a:moveTo>
                <a:lnTo>
                  <a:pt x="4373184" y="0"/>
                </a:lnTo>
                <a:lnTo>
                  <a:pt x="4373184" y="2289958"/>
                </a:lnTo>
                <a:lnTo>
                  <a:pt x="0" y="228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153194" y="3562092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283080" y="-792470"/>
            <a:ext cx="5004920" cy="4335512"/>
          </a:xfrm>
          <a:custGeom>
            <a:avLst/>
            <a:gdLst/>
            <a:ahLst/>
            <a:cxnLst/>
            <a:rect r="r" b="b" t="t" l="l"/>
            <a:pathLst>
              <a:path h="4335512" w="5004920">
                <a:moveTo>
                  <a:pt x="5004920" y="0"/>
                </a:moveTo>
                <a:lnTo>
                  <a:pt x="0" y="0"/>
                </a:lnTo>
                <a:lnTo>
                  <a:pt x="0" y="4335512"/>
                </a:lnTo>
                <a:lnTo>
                  <a:pt x="5004920" y="4335512"/>
                </a:lnTo>
                <a:lnTo>
                  <a:pt x="5004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72512" y="141873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739962" y="-159141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262004" y="831098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10667" y="-1854786"/>
            <a:ext cx="3101481" cy="3101481"/>
          </a:xfrm>
          <a:custGeom>
            <a:avLst/>
            <a:gdLst/>
            <a:ahLst/>
            <a:cxnLst/>
            <a:rect r="r" b="b" t="t" l="l"/>
            <a:pathLst>
              <a:path h="3101481" w="3101481">
                <a:moveTo>
                  <a:pt x="0" y="0"/>
                </a:moveTo>
                <a:lnTo>
                  <a:pt x="3101481" y="0"/>
                </a:lnTo>
                <a:lnTo>
                  <a:pt x="3101481" y="3101481"/>
                </a:lnTo>
                <a:lnTo>
                  <a:pt x="0" y="3101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340074" y="5008613"/>
            <a:ext cx="4918254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709931" y="5008613"/>
            <a:ext cx="4918254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079788" y="5008613"/>
            <a:ext cx="4918254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40074" y="7048036"/>
            <a:ext cx="7389711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629232" y="7048036"/>
            <a:ext cx="7389711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554294" y="427420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4" y="0"/>
                </a:lnTo>
                <a:lnTo>
                  <a:pt x="643184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00497" y="427420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4" y="0"/>
                </a:lnTo>
                <a:lnTo>
                  <a:pt x="643184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46699" y="427420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577656" y="6308808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4" y="0"/>
                </a:lnTo>
                <a:lnTo>
                  <a:pt x="643184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31486" y="6308808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4" y="0"/>
                </a:lnTo>
                <a:lnTo>
                  <a:pt x="643184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61939" y="1699490"/>
            <a:ext cx="10763288" cy="148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Logic Flow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8124" y="5254675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 adds assignment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46371" y="5222925"/>
            <a:ext cx="460357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stem saves to local storage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10530" y="5222925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asks auto-sort by due date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41486" y="7262349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left are calculated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50132" y="7262349"/>
            <a:ext cx="709682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Reminder appe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ars for near deadlines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137642" y="7329024"/>
            <a:ext cx="3295795" cy="2957976"/>
          </a:xfrm>
          <a:custGeom>
            <a:avLst/>
            <a:gdLst/>
            <a:ahLst/>
            <a:cxnLst/>
            <a:rect r="r" b="b" t="t" l="l"/>
            <a:pathLst>
              <a:path h="2957976" w="3295795">
                <a:moveTo>
                  <a:pt x="0" y="0"/>
                </a:moveTo>
                <a:lnTo>
                  <a:pt x="3295796" y="0"/>
                </a:lnTo>
                <a:lnTo>
                  <a:pt x="3295796" y="2957976"/>
                </a:lnTo>
                <a:lnTo>
                  <a:pt x="0" y="29579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9678" y="1094619"/>
            <a:ext cx="10027640" cy="99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6593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Logic Plan </a:t>
            </a:r>
            <a:r>
              <a:rPr lang="en-US" b="true" sz="6593" i="true">
                <a:solidFill>
                  <a:srgbClr val="211E1E"/>
                </a:solidFill>
                <a:latin typeface="Agrandir Heavy Italics"/>
                <a:ea typeface="Agrandir Heavy Italics"/>
                <a:cs typeface="Agrandir Heavy Italics"/>
                <a:sym typeface="Agrandir Heavy Italics"/>
              </a:rPr>
              <a:t>(Flowchart)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781083" y="-1722524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7485" y="1261638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7" y="0"/>
                </a:lnTo>
                <a:lnTo>
                  <a:pt x="986787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00936" y="-1438688"/>
            <a:ext cx="4934775" cy="4934775"/>
          </a:xfrm>
          <a:custGeom>
            <a:avLst/>
            <a:gdLst/>
            <a:ahLst/>
            <a:cxnLst/>
            <a:rect r="r" b="b" t="t" l="l"/>
            <a:pathLst>
              <a:path h="4934775" w="4934775">
                <a:moveTo>
                  <a:pt x="0" y="0"/>
                </a:moveTo>
                <a:lnTo>
                  <a:pt x="4934775" y="0"/>
                </a:lnTo>
                <a:lnTo>
                  <a:pt x="4934775" y="4934776"/>
                </a:lnTo>
                <a:lnTo>
                  <a:pt x="0" y="4934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791509" y="-577130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0572" y="2162528"/>
            <a:ext cx="11260937" cy="7829416"/>
          </a:xfrm>
          <a:custGeom>
            <a:avLst/>
            <a:gdLst/>
            <a:ahLst/>
            <a:cxnLst/>
            <a:rect r="r" b="b" t="t" l="l"/>
            <a:pathLst>
              <a:path h="7829416" w="11260937">
                <a:moveTo>
                  <a:pt x="0" y="0"/>
                </a:moveTo>
                <a:lnTo>
                  <a:pt x="11260937" y="0"/>
                </a:lnTo>
                <a:lnTo>
                  <a:pt x="11260937" y="7829415"/>
                </a:lnTo>
                <a:lnTo>
                  <a:pt x="0" y="7829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504" t="0" r="-7927" b="-643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3628827" y="1731202"/>
            <a:ext cx="1103811" cy="2425959"/>
          </a:xfrm>
          <a:custGeom>
            <a:avLst/>
            <a:gdLst/>
            <a:ahLst/>
            <a:cxnLst/>
            <a:rect r="r" b="b" t="t" l="l"/>
            <a:pathLst>
              <a:path h="2425959" w="1103811">
                <a:moveTo>
                  <a:pt x="0" y="0"/>
                </a:moveTo>
                <a:lnTo>
                  <a:pt x="1103811" y="0"/>
                </a:lnTo>
                <a:lnTo>
                  <a:pt x="1103811" y="2425960"/>
                </a:lnTo>
                <a:lnTo>
                  <a:pt x="0" y="2425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575041" y="82558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3182593" y="5977271"/>
            <a:ext cx="5302085" cy="4592931"/>
          </a:xfrm>
          <a:custGeom>
            <a:avLst/>
            <a:gdLst/>
            <a:ahLst/>
            <a:cxnLst/>
            <a:rect r="r" b="b" t="t" l="l"/>
            <a:pathLst>
              <a:path h="4592931" w="5302085">
                <a:moveTo>
                  <a:pt x="0" y="0"/>
                </a:moveTo>
                <a:lnTo>
                  <a:pt x="5302085" y="0"/>
                </a:lnTo>
                <a:lnTo>
                  <a:pt x="5302085" y="4592931"/>
                </a:lnTo>
                <a:lnTo>
                  <a:pt x="0" y="45929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95783" y="4764071"/>
            <a:ext cx="2280337" cy="2143517"/>
          </a:xfrm>
          <a:custGeom>
            <a:avLst/>
            <a:gdLst/>
            <a:ahLst/>
            <a:cxnLst/>
            <a:rect r="r" b="b" t="t" l="l"/>
            <a:pathLst>
              <a:path h="2143517" w="2280337">
                <a:moveTo>
                  <a:pt x="0" y="0"/>
                </a:moveTo>
                <a:lnTo>
                  <a:pt x="2280337" y="0"/>
                </a:lnTo>
                <a:lnTo>
                  <a:pt x="2280337" y="2143517"/>
                </a:lnTo>
                <a:lnTo>
                  <a:pt x="0" y="21435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3068" y="6587372"/>
            <a:ext cx="1515621" cy="1686365"/>
          </a:xfrm>
          <a:custGeom>
            <a:avLst/>
            <a:gdLst/>
            <a:ahLst/>
            <a:cxnLst/>
            <a:rect r="r" b="b" t="t" l="l"/>
            <a:pathLst>
              <a:path h="1686365" w="1515621">
                <a:moveTo>
                  <a:pt x="0" y="0"/>
                </a:moveTo>
                <a:lnTo>
                  <a:pt x="1515621" y="0"/>
                </a:lnTo>
                <a:lnTo>
                  <a:pt x="1515621" y="1686365"/>
                </a:lnTo>
                <a:lnTo>
                  <a:pt x="0" y="168636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385014" y="5162485"/>
            <a:ext cx="11866364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73553" y="-367608"/>
            <a:ext cx="4590548" cy="3976562"/>
          </a:xfrm>
          <a:custGeom>
            <a:avLst/>
            <a:gdLst/>
            <a:ahLst/>
            <a:cxnLst/>
            <a:rect r="r" b="b" t="t" l="l"/>
            <a:pathLst>
              <a:path h="3976562" w="4590548">
                <a:moveTo>
                  <a:pt x="0" y="0"/>
                </a:moveTo>
                <a:lnTo>
                  <a:pt x="4590548" y="0"/>
                </a:lnTo>
                <a:lnTo>
                  <a:pt x="4590548" y="3976562"/>
                </a:lnTo>
                <a:lnTo>
                  <a:pt x="0" y="39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140413" y="162092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083224" y="82558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73553" y="3273575"/>
            <a:ext cx="3561107" cy="5345001"/>
          </a:xfrm>
          <a:custGeom>
            <a:avLst/>
            <a:gdLst/>
            <a:ahLst/>
            <a:cxnLst/>
            <a:rect r="r" b="b" t="t" l="l"/>
            <a:pathLst>
              <a:path h="5345001" w="3561107">
                <a:moveTo>
                  <a:pt x="0" y="0"/>
                </a:moveTo>
                <a:lnTo>
                  <a:pt x="3561107" y="0"/>
                </a:lnTo>
                <a:lnTo>
                  <a:pt x="3561107" y="5345001"/>
                </a:lnTo>
                <a:lnTo>
                  <a:pt x="0" y="5345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956307">
            <a:off x="21431" y="8008652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75548" y="116455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474068" y="-367608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68942" y="5880987"/>
            <a:ext cx="14635949" cy="2524701"/>
          </a:xfrm>
          <a:custGeom>
            <a:avLst/>
            <a:gdLst/>
            <a:ahLst/>
            <a:cxnLst/>
            <a:rect r="r" b="b" t="t" l="l"/>
            <a:pathLst>
              <a:path h="2524701" w="14635949">
                <a:moveTo>
                  <a:pt x="0" y="0"/>
                </a:moveTo>
                <a:lnTo>
                  <a:pt x="14635949" y="0"/>
                </a:lnTo>
                <a:lnTo>
                  <a:pt x="14635949" y="2524701"/>
                </a:lnTo>
                <a:lnTo>
                  <a:pt x="0" y="25247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32841" y="3273575"/>
            <a:ext cx="1361230" cy="1599096"/>
          </a:xfrm>
          <a:custGeom>
            <a:avLst/>
            <a:gdLst/>
            <a:ahLst/>
            <a:cxnLst/>
            <a:rect r="r" b="b" t="t" l="l"/>
            <a:pathLst>
              <a:path h="1599096" w="1361230">
                <a:moveTo>
                  <a:pt x="0" y="0"/>
                </a:moveTo>
                <a:lnTo>
                  <a:pt x="1361231" y="0"/>
                </a:lnTo>
                <a:lnTo>
                  <a:pt x="1361231" y="1599095"/>
                </a:lnTo>
                <a:lnTo>
                  <a:pt x="0" y="15990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16995" y="2181697"/>
            <a:ext cx="12767314" cy="369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Why Students Will Love TaskTrack</a:t>
            </a:r>
          </a:p>
          <a:p>
            <a:pPr algn="r">
              <a:lnSpc>
                <a:spcPts val="87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662935" y="6323808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Avoi</a:t>
            </a: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ds Late Submissions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9155" y="6323808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duces Stress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92379" y="6104733"/>
            <a:ext cx="431552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Improv</a:t>
            </a: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es Time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16306" y="7689305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sy to Use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28476" y="7689305"/>
            <a:ext cx="43155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eps Workload Visible ⁴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7337" y="-72825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1872" y="560607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2592632" y="4107497"/>
            <a:ext cx="11225466" cy="1905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776085" y="-65329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413737" y="7830278"/>
            <a:ext cx="1299500" cy="2856044"/>
          </a:xfrm>
          <a:custGeom>
            <a:avLst/>
            <a:gdLst/>
            <a:ahLst/>
            <a:cxnLst/>
            <a:rect r="r" b="b" t="t" l="l"/>
            <a:pathLst>
              <a:path h="2856044" w="1299500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841759" y="81591"/>
            <a:ext cx="1299500" cy="2856044"/>
          </a:xfrm>
          <a:custGeom>
            <a:avLst/>
            <a:gdLst/>
            <a:ahLst/>
            <a:cxnLst/>
            <a:rect r="r" b="b" t="t" l="l"/>
            <a:pathLst>
              <a:path h="2856044" w="1299500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-269894" y="8200480"/>
            <a:ext cx="2762694" cy="2393184"/>
          </a:xfrm>
          <a:custGeom>
            <a:avLst/>
            <a:gdLst/>
            <a:ahLst/>
            <a:cxnLst/>
            <a:rect r="r" b="b" t="t" l="l"/>
            <a:pathLst>
              <a:path h="2393184" w="2762694">
                <a:moveTo>
                  <a:pt x="2762695" y="0"/>
                </a:moveTo>
                <a:lnTo>
                  <a:pt x="0" y="0"/>
                </a:lnTo>
                <a:lnTo>
                  <a:pt x="0" y="2393184"/>
                </a:lnTo>
                <a:lnTo>
                  <a:pt x="2762695" y="2393184"/>
                </a:lnTo>
                <a:lnTo>
                  <a:pt x="27626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54605" y="3363434"/>
            <a:ext cx="5473808" cy="2983225"/>
          </a:xfrm>
          <a:custGeom>
            <a:avLst/>
            <a:gdLst/>
            <a:ahLst/>
            <a:cxnLst/>
            <a:rect r="r" b="b" t="t" l="l"/>
            <a:pathLst>
              <a:path h="2983225" w="5473808">
                <a:moveTo>
                  <a:pt x="0" y="0"/>
                </a:moveTo>
                <a:lnTo>
                  <a:pt x="5473808" y="0"/>
                </a:lnTo>
                <a:lnTo>
                  <a:pt x="5473808" y="2983225"/>
                </a:lnTo>
                <a:lnTo>
                  <a:pt x="0" y="2983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19531" y="5489955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5628" y="2637057"/>
            <a:ext cx="10763288" cy="148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628" y="4309581"/>
            <a:ext cx="922793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TaskT</a:t>
            </a:r>
            <a:r>
              <a:rPr lang="en-US" sz="2799" spc="-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rack is a helpful, simple tool for staying organized, productive, and stress-free.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628" y="5865698"/>
            <a:ext cx="922793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i="true" spc="-55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</a:t>
            </a:r>
            <a:r>
              <a:rPr lang="en-US" b="true" sz="2799" i="true" spc="-55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uture Enhancements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628" y="6699975"/>
            <a:ext cx="9227930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look forward to expanding TaskTrack with additional fea</a:t>
            </a:r>
            <a:r>
              <a:rPr lang="en-US" sz="2799" spc="-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tures to better serve students in their academic journey.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78790" y="4357766"/>
            <a:ext cx="1350921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1900" y="-293495"/>
            <a:ext cx="4462370" cy="3865528"/>
          </a:xfrm>
          <a:custGeom>
            <a:avLst/>
            <a:gdLst/>
            <a:ahLst/>
            <a:cxnLst/>
            <a:rect r="r" b="b" t="t" l="l"/>
            <a:pathLst>
              <a:path h="3865528" w="4462370">
                <a:moveTo>
                  <a:pt x="0" y="0"/>
                </a:moveTo>
                <a:lnTo>
                  <a:pt x="4462370" y="0"/>
                </a:lnTo>
                <a:lnTo>
                  <a:pt x="4462370" y="3865528"/>
                </a:lnTo>
                <a:lnTo>
                  <a:pt x="0" y="386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800719" y="196242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163479" y="779971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2622060" y="-50808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1" y="0"/>
                </a:lnTo>
                <a:lnTo>
                  <a:pt x="4130551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2497" y="136041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857518" y="7785950"/>
            <a:ext cx="3750008" cy="3248445"/>
          </a:xfrm>
          <a:custGeom>
            <a:avLst/>
            <a:gdLst/>
            <a:ahLst/>
            <a:cxnLst/>
            <a:rect r="r" b="b" t="t" l="l"/>
            <a:pathLst>
              <a:path h="3248445" w="3750008">
                <a:moveTo>
                  <a:pt x="0" y="0"/>
                </a:moveTo>
                <a:lnTo>
                  <a:pt x="3750009" y="0"/>
                </a:lnTo>
                <a:lnTo>
                  <a:pt x="3750009" y="3248445"/>
                </a:lnTo>
                <a:lnTo>
                  <a:pt x="0" y="3248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07466" y="8600655"/>
            <a:ext cx="3101481" cy="3101481"/>
          </a:xfrm>
          <a:custGeom>
            <a:avLst/>
            <a:gdLst/>
            <a:ahLst/>
            <a:cxnLst/>
            <a:rect r="r" b="b" t="t" l="l"/>
            <a:pathLst>
              <a:path h="3101481" w="3101481">
                <a:moveTo>
                  <a:pt x="0" y="0"/>
                </a:moveTo>
                <a:lnTo>
                  <a:pt x="3101480" y="0"/>
                </a:lnTo>
                <a:lnTo>
                  <a:pt x="3101480" y="3101481"/>
                </a:lnTo>
                <a:lnTo>
                  <a:pt x="0" y="31014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02606" y="3788418"/>
            <a:ext cx="5089941" cy="3779281"/>
          </a:xfrm>
          <a:custGeom>
            <a:avLst/>
            <a:gdLst/>
            <a:ahLst/>
            <a:cxnLst/>
            <a:rect r="r" b="b" t="t" l="l"/>
            <a:pathLst>
              <a:path h="3779281" w="5089941">
                <a:moveTo>
                  <a:pt x="0" y="0"/>
                </a:moveTo>
                <a:lnTo>
                  <a:pt x="5089942" y="0"/>
                </a:lnTo>
                <a:lnTo>
                  <a:pt x="5089942" y="3779282"/>
                </a:lnTo>
                <a:lnTo>
                  <a:pt x="0" y="37792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45658" y="2528684"/>
            <a:ext cx="10763288" cy="154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236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References: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9908" y="5076825"/>
            <a:ext cx="12936215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¹ </a:t>
            </a:r>
            <a:r>
              <a:rPr lang="en-US" sz="2499" spc="-49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https://www.frontiersin.org/journals/psychology/articles/10.3389/fpsyg.2022.886344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² </a:t>
            </a:r>
            <a:r>
              <a:rPr lang="en-US" sz="2499" spc="-49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https://bmcmededuc.biomedcentral.com/articles/10.1186/s12909-020-02254-1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³ </a:t>
            </a:r>
            <a:r>
              <a:rPr lang="en-US" sz="2499" spc="-49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https://psycnet.apa.org/record/2020-22062-001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⁴ </a:t>
            </a:r>
            <a:r>
              <a:rPr lang="en-US" sz="2499" spc="-49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https://psycnet.apa.org/record/2018-20216-001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71260" y="-587002"/>
            <a:ext cx="5699720" cy="4937382"/>
          </a:xfrm>
          <a:custGeom>
            <a:avLst/>
            <a:gdLst/>
            <a:ahLst/>
            <a:cxnLst/>
            <a:rect r="r" b="b" t="t" l="l"/>
            <a:pathLst>
              <a:path h="4937382" w="5699720">
                <a:moveTo>
                  <a:pt x="5699720" y="0"/>
                </a:moveTo>
                <a:lnTo>
                  <a:pt x="0" y="0"/>
                </a:lnTo>
                <a:lnTo>
                  <a:pt x="0" y="4937382"/>
                </a:lnTo>
                <a:lnTo>
                  <a:pt x="5699720" y="4937382"/>
                </a:lnTo>
                <a:lnTo>
                  <a:pt x="56997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689339" y="6007799"/>
            <a:ext cx="5699720" cy="4937382"/>
          </a:xfrm>
          <a:custGeom>
            <a:avLst/>
            <a:gdLst/>
            <a:ahLst/>
            <a:cxnLst/>
            <a:rect r="r" b="b" t="t" l="l"/>
            <a:pathLst>
              <a:path h="4937382" w="5699720">
                <a:moveTo>
                  <a:pt x="5699720" y="0"/>
                </a:moveTo>
                <a:lnTo>
                  <a:pt x="0" y="0"/>
                </a:lnTo>
                <a:lnTo>
                  <a:pt x="0" y="4937382"/>
                </a:lnTo>
                <a:lnTo>
                  <a:pt x="5699720" y="4937382"/>
                </a:lnTo>
                <a:lnTo>
                  <a:pt x="56997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0959" y="-1550740"/>
            <a:ext cx="4113130" cy="4113130"/>
          </a:xfrm>
          <a:custGeom>
            <a:avLst/>
            <a:gdLst/>
            <a:ahLst/>
            <a:cxnLst/>
            <a:rect r="r" b="b" t="t" l="l"/>
            <a:pathLst>
              <a:path h="4113130" w="4113130">
                <a:moveTo>
                  <a:pt x="0" y="0"/>
                </a:moveTo>
                <a:lnTo>
                  <a:pt x="4113130" y="0"/>
                </a:lnTo>
                <a:lnTo>
                  <a:pt x="4113130" y="4113130"/>
                </a:lnTo>
                <a:lnTo>
                  <a:pt x="0" y="4113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54759" y="6529957"/>
            <a:ext cx="4113130" cy="4113130"/>
          </a:xfrm>
          <a:custGeom>
            <a:avLst/>
            <a:gdLst/>
            <a:ahLst/>
            <a:cxnLst/>
            <a:rect r="r" b="b" t="t" l="l"/>
            <a:pathLst>
              <a:path h="4113130" w="4113130">
                <a:moveTo>
                  <a:pt x="0" y="0"/>
                </a:moveTo>
                <a:lnTo>
                  <a:pt x="4113130" y="0"/>
                </a:lnTo>
                <a:lnTo>
                  <a:pt x="4113130" y="4113130"/>
                </a:lnTo>
                <a:lnTo>
                  <a:pt x="0" y="4113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1956871" y="262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367711" y="82558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317331">
            <a:off x="1494472" y="-1328270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25156" y="6529957"/>
            <a:ext cx="1164381" cy="1946533"/>
          </a:xfrm>
          <a:custGeom>
            <a:avLst/>
            <a:gdLst/>
            <a:ahLst/>
            <a:cxnLst/>
            <a:rect r="r" b="b" t="t" l="l"/>
            <a:pathLst>
              <a:path h="1946533" w="1164381">
                <a:moveTo>
                  <a:pt x="0" y="0"/>
                </a:moveTo>
                <a:lnTo>
                  <a:pt x="1164381" y="0"/>
                </a:lnTo>
                <a:lnTo>
                  <a:pt x="1164381" y="1946533"/>
                </a:lnTo>
                <a:lnTo>
                  <a:pt x="0" y="19465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94163" y="505825"/>
            <a:ext cx="971368" cy="1623867"/>
          </a:xfrm>
          <a:custGeom>
            <a:avLst/>
            <a:gdLst/>
            <a:ahLst/>
            <a:cxnLst/>
            <a:rect r="r" b="b" t="t" l="l"/>
            <a:pathLst>
              <a:path h="1623867" w="971368">
                <a:moveTo>
                  <a:pt x="0" y="0"/>
                </a:moveTo>
                <a:lnTo>
                  <a:pt x="971368" y="0"/>
                </a:lnTo>
                <a:lnTo>
                  <a:pt x="971368" y="1623867"/>
                </a:lnTo>
                <a:lnTo>
                  <a:pt x="0" y="16238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487410" y="435649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84105" y="7503224"/>
            <a:ext cx="4598333" cy="2783776"/>
          </a:xfrm>
          <a:custGeom>
            <a:avLst/>
            <a:gdLst/>
            <a:ahLst/>
            <a:cxnLst/>
            <a:rect r="r" b="b" t="t" l="l"/>
            <a:pathLst>
              <a:path h="2783776" w="4598333">
                <a:moveTo>
                  <a:pt x="0" y="0"/>
                </a:moveTo>
                <a:lnTo>
                  <a:pt x="4598333" y="0"/>
                </a:lnTo>
                <a:lnTo>
                  <a:pt x="4598333" y="2783776"/>
                </a:lnTo>
                <a:lnTo>
                  <a:pt x="0" y="27837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20873" t="-142774" r="0" b="-30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67940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04775" y="7417499"/>
            <a:ext cx="727845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211E1E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Presented to: Ma’am Dachel Raagas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DAG6JSDJJjc</dc:identifier>
  <dcterms:modified xsi:type="dcterms:W3CDTF">2011-08-01T06:04:30Z</dcterms:modified>
  <cp:revision>1</cp:revision>
  <dc:title>TASKTRACK</dc:title>
</cp:coreProperties>
</file>